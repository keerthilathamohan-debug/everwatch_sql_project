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59" r:id="rId3"/>
    <p:sldId id="261" r:id="rId4"/>
    <p:sldId id="260" r:id="rId5"/>
    <p:sldId id="262" r:id="rId6"/>
    <p:sldId id="263" r:id="rId7"/>
    <p:sldId id="264" r:id="rId8"/>
    <p:sldId id="291" r:id="rId9"/>
    <p:sldId id="293" r:id="rId10"/>
    <p:sldId id="272" r:id="rId11"/>
    <p:sldId id="290" r:id="rId1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Fredoka One" panose="02000000000000000000" pitchFamily="2" charset="0"/>
      <p:regular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alanquin Dark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C7F3B8-83C7-4ECF-A5BA-3D634B720428}" v="217" dt="2026-05-18T08:34:43.964"/>
  </p1510:revLst>
</p1510:revInfo>
</file>

<file path=ppt/tableStyles.xml><?xml version="1.0" encoding="utf-8"?>
<a:tblStyleLst xmlns:a="http://schemas.openxmlformats.org/drawingml/2006/main" def="{E3F740F8-7FAB-48C2-9BEE-CB02AA5C5B9D}">
  <a:tblStyle styleId="{E3F740F8-7FAB-48C2-9BEE-CB02AA5C5B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 Latha S M" userId="2e4aaeead678b564" providerId="LiveId" clId="{F7A2D55D-7AAB-403A-B8FD-421FFAD7C2DA}"/>
    <pc:docChg chg="undo custSel addSld delSld modSld sldOrd delMainMaster modMainMaster">
      <pc:chgData name="Keerthi Latha S M" userId="2e4aaeead678b564" providerId="LiveId" clId="{F7A2D55D-7AAB-403A-B8FD-421FFAD7C2DA}" dt="2026-05-18T08:34:43.964" v="3617"/>
      <pc:docMkLst>
        <pc:docMk/>
      </pc:docMkLst>
      <pc:sldChg chg="modSp mod modTransition modAnim">
        <pc:chgData name="Keerthi Latha S M" userId="2e4aaeead678b564" providerId="LiveId" clId="{F7A2D55D-7AAB-403A-B8FD-421FFAD7C2DA}" dt="2026-05-18T08:34:43.964" v="3617"/>
        <pc:sldMkLst>
          <pc:docMk/>
          <pc:sldMk cId="0" sldId="256"/>
        </pc:sldMkLst>
        <pc:spChg chg="mod">
          <ac:chgData name="Keerthi Latha S M" userId="2e4aaeead678b564" providerId="LiveId" clId="{F7A2D55D-7AAB-403A-B8FD-421FFAD7C2DA}" dt="2026-05-14T02:49:30.265" v="2793" actId="14100"/>
          <ac:spMkLst>
            <pc:docMk/>
            <pc:sldMk cId="0" sldId="256"/>
            <ac:spMk id="303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3:14:47.288" v="3402" actId="20577"/>
          <ac:spMkLst>
            <pc:docMk/>
            <pc:sldMk cId="0" sldId="256"/>
            <ac:spMk id="304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2:48:56.998" v="2789" actId="1076"/>
          <ac:spMkLst>
            <pc:docMk/>
            <pc:sldMk cId="0" sldId="256"/>
            <ac:spMk id="305" creationId="{00000000-0000-0000-0000-000000000000}"/>
          </ac:spMkLst>
        </pc:spChg>
      </pc:sldChg>
      <pc:sldChg chg="modSp mod modTransition modAnim">
        <pc:chgData name="Keerthi Latha S M" userId="2e4aaeead678b564" providerId="LiveId" clId="{F7A2D55D-7AAB-403A-B8FD-421FFAD7C2DA}" dt="2026-05-18T08:34:43.964" v="3617"/>
        <pc:sldMkLst>
          <pc:docMk/>
          <pc:sldMk cId="0" sldId="259"/>
        </pc:sldMkLst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30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32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33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35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2:50:08.866" v="2838" actId="20577"/>
          <ac:spMkLst>
            <pc:docMk/>
            <pc:sldMk cId="0" sldId="259"/>
            <ac:spMk id="336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3:55.952" v="3612"/>
          <ac:spMkLst>
            <pc:docMk/>
            <pc:sldMk cId="0" sldId="259"/>
            <ac:spMk id="337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38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39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41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2:51:54.977" v="2970" actId="14100"/>
          <ac:spMkLst>
            <pc:docMk/>
            <pc:sldMk cId="0" sldId="259"/>
            <ac:spMk id="342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43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44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59"/>
            <ac:spMk id="345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3T12:12:39.005" v="234" actId="20577"/>
          <ac:spMkLst>
            <pc:docMk/>
            <pc:sldMk cId="0" sldId="259"/>
            <ac:spMk id="347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3T12:19:47.973" v="566" actId="20577"/>
          <ac:spMkLst>
            <pc:docMk/>
            <pc:sldMk cId="0" sldId="259"/>
            <ac:spMk id="348" creationId="{00000000-0000-0000-0000-000000000000}"/>
          </ac:spMkLst>
        </pc:spChg>
      </pc:sldChg>
      <pc:sldChg chg="modSp mod modTransition modAnim">
        <pc:chgData name="Keerthi Latha S M" userId="2e4aaeead678b564" providerId="LiveId" clId="{F7A2D55D-7AAB-403A-B8FD-421FFAD7C2DA}" dt="2026-05-18T08:34:43.964" v="3617"/>
        <pc:sldMkLst>
          <pc:docMk/>
          <pc:sldMk cId="0" sldId="260"/>
        </pc:sldMkLst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0"/>
            <ac:spMk id="354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3T12:21:15.096" v="756" actId="1076"/>
          <ac:spMkLst>
            <pc:docMk/>
            <pc:sldMk cId="0" sldId="260"/>
            <ac:spMk id="355" creationId="{00000000-0000-0000-0000-000000000000}"/>
          </ac:spMkLst>
        </pc:spChg>
      </pc:sldChg>
      <pc:sldChg chg="modSp mod ord modTransition modAnim">
        <pc:chgData name="Keerthi Latha S M" userId="2e4aaeead678b564" providerId="LiveId" clId="{F7A2D55D-7AAB-403A-B8FD-421FFAD7C2DA}" dt="2026-05-18T08:34:43.964" v="3617"/>
        <pc:sldMkLst>
          <pc:docMk/>
          <pc:sldMk cId="0" sldId="261"/>
        </pc:sldMkLst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1"/>
            <ac:spMk id="390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3T17:59:52.767" v="1958" actId="1076"/>
          <ac:spMkLst>
            <pc:docMk/>
            <pc:sldMk cId="0" sldId="261"/>
            <ac:spMk id="391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1"/>
            <ac:spMk id="392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3T18:00:00.145" v="1959" actId="1076"/>
          <ac:spMkLst>
            <pc:docMk/>
            <pc:sldMk cId="0" sldId="261"/>
            <ac:spMk id="403" creationId="{00000000-0000-0000-0000-000000000000}"/>
          </ac:spMkLst>
        </pc:spChg>
      </pc:sldChg>
      <pc:sldChg chg="modSp mod modTransition modAnim">
        <pc:chgData name="Keerthi Latha S M" userId="2e4aaeead678b564" providerId="LiveId" clId="{F7A2D55D-7AAB-403A-B8FD-421FFAD7C2DA}" dt="2026-05-18T08:34:43.964" v="3617"/>
        <pc:sldMkLst>
          <pc:docMk/>
          <pc:sldMk cId="0" sldId="262"/>
        </pc:sldMkLst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2"/>
            <ac:spMk id="408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3:33.471" v="3609" actId="1038"/>
          <ac:spMkLst>
            <pc:docMk/>
            <pc:sldMk cId="0" sldId="262"/>
            <ac:spMk id="410" creationId="{00000000-0000-0000-0000-000000000000}"/>
          </ac:spMkLst>
        </pc:spChg>
      </pc:sldChg>
      <pc:sldChg chg="modSp mod modTransition modAnim">
        <pc:chgData name="Keerthi Latha S M" userId="2e4aaeead678b564" providerId="LiveId" clId="{F7A2D55D-7AAB-403A-B8FD-421FFAD7C2DA}" dt="2026-05-18T08:34:43.964" v="3617"/>
        <pc:sldMkLst>
          <pc:docMk/>
          <pc:sldMk cId="0" sldId="263"/>
        </pc:sldMkLst>
        <pc:spChg chg="mod">
          <ac:chgData name="Keerthi Latha S M" userId="2e4aaeead678b564" providerId="LiveId" clId="{F7A2D55D-7AAB-403A-B8FD-421FFAD7C2DA}" dt="2026-05-14T04:05:50.201" v="3486" actId="14100"/>
          <ac:spMkLst>
            <pc:docMk/>
            <pc:sldMk cId="0" sldId="263"/>
            <ac:spMk id="415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3"/>
            <ac:spMk id="419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3"/>
            <ac:spMk id="420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3"/>
            <ac:spMk id="421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3T18:02:19.395" v="2053" actId="20577"/>
          <ac:spMkLst>
            <pc:docMk/>
            <pc:sldMk cId="0" sldId="263"/>
            <ac:spMk id="422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3"/>
            <ac:spMk id="423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3"/>
            <ac:spMk id="424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3"/>
            <ac:spMk id="425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3"/>
            <ac:spMk id="426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3"/>
            <ac:spMk id="427" creationId="{00000000-0000-0000-0000-000000000000}"/>
          </ac:spMkLst>
        </pc:spChg>
      </pc:sldChg>
      <pc:sldChg chg="addSp modSp mod modTransition modAnim">
        <pc:chgData name="Keerthi Latha S M" userId="2e4aaeead678b564" providerId="LiveId" clId="{F7A2D55D-7AAB-403A-B8FD-421FFAD7C2DA}" dt="2026-05-18T08:34:43.964" v="3617"/>
        <pc:sldMkLst>
          <pc:docMk/>
          <pc:sldMk cId="0" sldId="264"/>
        </pc:sldMkLst>
        <pc:spChg chg="mod">
          <ac:chgData name="Keerthi Latha S M" userId="2e4aaeead678b564" providerId="LiveId" clId="{F7A2D55D-7AAB-403A-B8FD-421FFAD7C2DA}" dt="2026-05-14T03:56:08.737" v="3471" actId="1076"/>
          <ac:spMkLst>
            <pc:docMk/>
            <pc:sldMk cId="0" sldId="264"/>
            <ac:spMk id="432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3:56:37.127" v="3474" actId="1076"/>
          <ac:spMkLst>
            <pc:docMk/>
            <pc:sldMk cId="0" sldId="264"/>
            <ac:spMk id="433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8T08:34:00.244" v="3613"/>
          <ac:spMkLst>
            <pc:docMk/>
            <pc:sldMk cId="0" sldId="264"/>
            <ac:spMk id="434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3:55:59.637" v="3470" actId="1076"/>
          <ac:spMkLst>
            <pc:docMk/>
            <pc:sldMk cId="0" sldId="264"/>
            <ac:spMk id="435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4:08:41.924" v="3512" actId="20577"/>
          <ac:spMkLst>
            <pc:docMk/>
            <pc:sldMk cId="0" sldId="264"/>
            <ac:spMk id="436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3:56:27.810" v="3473" actId="1076"/>
          <ac:spMkLst>
            <pc:docMk/>
            <pc:sldMk cId="0" sldId="264"/>
            <ac:spMk id="437" creationId="{00000000-0000-0000-0000-000000000000}"/>
          </ac:spMkLst>
        </pc:spChg>
        <pc:spChg chg="mod">
          <ac:chgData name="Keerthi Latha S M" userId="2e4aaeead678b564" providerId="LiveId" clId="{F7A2D55D-7AAB-403A-B8FD-421FFAD7C2DA}" dt="2026-05-14T04:09:27.923" v="3562" actId="20577"/>
          <ac:spMkLst>
            <pc:docMk/>
            <pc:sldMk cId="0" sldId="264"/>
            <ac:spMk id="438" creationId="{00000000-0000-0000-0000-000000000000}"/>
          </ac:spMkLst>
        </pc:spChg>
        <pc:grpChg chg="mod">
          <ac:chgData name="Keerthi Latha S M" userId="2e4aaeead678b564" providerId="LiveId" clId="{F7A2D55D-7AAB-403A-B8FD-421FFAD7C2DA}" dt="2026-05-14T03:56:15.125" v="3472" actId="1076"/>
          <ac:grpSpMkLst>
            <pc:docMk/>
            <pc:sldMk cId="0" sldId="264"/>
            <ac:grpSpMk id="439" creationId="{00000000-0000-0000-0000-000000000000}"/>
          </ac:grpSpMkLst>
        </pc:grpChg>
        <pc:grpChg chg="mod">
          <ac:chgData name="Keerthi Latha S M" userId="2e4aaeead678b564" providerId="LiveId" clId="{F7A2D55D-7AAB-403A-B8FD-421FFAD7C2DA}" dt="2026-05-14T03:56:41.697" v="3475" actId="1076"/>
          <ac:grpSpMkLst>
            <pc:docMk/>
            <pc:sldMk cId="0" sldId="264"/>
            <ac:grpSpMk id="448" creationId="{00000000-0000-0000-0000-000000000000}"/>
          </ac:grpSpMkLst>
        </pc:grpChg>
      </pc:sldChg>
      <pc:sldChg chg="addSp delSp modSp mod modTransition modAnim">
        <pc:chgData name="Keerthi Latha S M" userId="2e4aaeead678b564" providerId="LiveId" clId="{F7A2D55D-7AAB-403A-B8FD-421FFAD7C2DA}" dt="2026-05-18T08:34:43.964" v="3617"/>
        <pc:sldMkLst>
          <pc:docMk/>
          <pc:sldMk cId="0" sldId="272"/>
        </pc:sldMkLst>
        <pc:spChg chg="add mod">
          <ac:chgData name="Keerthi Latha S M" userId="2e4aaeead678b564" providerId="LiveId" clId="{F7A2D55D-7AAB-403A-B8FD-421FFAD7C2DA}" dt="2026-05-14T03:06:51.684" v="3358" actId="1076"/>
          <ac:spMkLst>
            <pc:docMk/>
            <pc:sldMk cId="0" sldId="272"/>
            <ac:spMk id="4" creationId="{453740E1-67C2-9A52-979F-21F84D97D427}"/>
          </ac:spMkLst>
        </pc:spChg>
        <pc:spChg chg="mod">
          <ac:chgData name="Keerthi Latha S M" userId="2e4aaeead678b564" providerId="LiveId" clId="{F7A2D55D-7AAB-403A-B8FD-421FFAD7C2DA}" dt="2026-05-14T03:05:59.950" v="3307" actId="1076"/>
          <ac:spMkLst>
            <pc:docMk/>
            <pc:sldMk cId="0" sldId="272"/>
            <ac:spMk id="738" creationId="{00000000-0000-0000-0000-000000000000}"/>
          </ac:spMkLst>
        </pc:spChg>
      </pc:sldChg>
      <pc:sldChg chg="addSp delSp modSp new mod modTransition modAnim">
        <pc:chgData name="Keerthi Latha S M" userId="2e4aaeead678b564" providerId="LiveId" clId="{F7A2D55D-7AAB-403A-B8FD-421FFAD7C2DA}" dt="2026-05-18T08:34:43.964" v="3617"/>
        <pc:sldMkLst>
          <pc:docMk/>
          <pc:sldMk cId="1588559860" sldId="290"/>
        </pc:sldMkLst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15" creationId="{B5AE0451-917A-AE42-902F-3BA39751F553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17" creationId="{F3307E79-397F-5F54-481F-1C3D918AB826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25" creationId="{E5AC9CBD-D52D-61FB-C805-7F6EC6A7B4F7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30" creationId="{47E8B9BB-369B-07EE-2339-F11E8E5E2C94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33" creationId="{20D97509-AA63-3B4F-A0BC-932812E5969C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43" creationId="{EE287F35-8A79-FBEC-16C7-F3D6A6676BC4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44" creationId="{DE5B80C5-EEF7-8B71-F542-E3C0F3BA2278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45" creationId="{AD46F937-F220-A8BB-CB38-A1A4E1B31C60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47" creationId="{89EDB529-17CE-AA0C-84DE-0B28C37A9058}"/>
          </ac:spMkLst>
        </pc:spChg>
        <pc:spChg chg="mod">
          <ac:chgData name="Keerthi Latha S M" userId="2e4aaeead678b564" providerId="LiveId" clId="{F7A2D55D-7AAB-403A-B8FD-421FFAD7C2DA}" dt="2026-05-13T15:23:05.429" v="1927"/>
          <ac:spMkLst>
            <pc:docMk/>
            <pc:sldMk cId="1588559860" sldId="290"/>
            <ac:spMk id="156" creationId="{A7A86205-FC00-6019-395C-A08B91070E28}"/>
          </ac:spMkLst>
        </pc:spChg>
        <pc:spChg chg="add mod">
          <ac:chgData name="Keerthi Latha S M" userId="2e4aaeead678b564" providerId="LiveId" clId="{F7A2D55D-7AAB-403A-B8FD-421FFAD7C2DA}" dt="2026-05-14T04:14:52.443" v="3587" actId="14100"/>
          <ac:spMkLst>
            <pc:docMk/>
            <pc:sldMk cId="1588559860" sldId="290"/>
            <ac:spMk id="161" creationId="{BDBF3F50-C62D-17A8-5910-BC24FCE478CC}"/>
          </ac:spMkLst>
        </pc:spChg>
      </pc:sldChg>
      <pc:sldChg chg="addSp delSp modSp new add del mod modTransition modAnim">
        <pc:chgData name="Keerthi Latha S M" userId="2e4aaeead678b564" providerId="LiveId" clId="{F7A2D55D-7AAB-403A-B8FD-421FFAD7C2DA}" dt="2026-05-18T08:34:43.964" v="3617"/>
        <pc:sldMkLst>
          <pc:docMk/>
          <pc:sldMk cId="434465129" sldId="291"/>
        </pc:sldMkLst>
        <pc:spChg chg="mod">
          <ac:chgData name="Keerthi Latha S M" userId="2e4aaeead678b564" providerId="LiveId" clId="{F7A2D55D-7AAB-403A-B8FD-421FFAD7C2DA}" dt="2026-05-14T10:25:20.583" v="3596" actId="1076"/>
          <ac:spMkLst>
            <pc:docMk/>
            <pc:sldMk cId="434465129" sldId="291"/>
            <ac:spMk id="2" creationId="{A6F878D6-5762-AAC3-516A-A829F371F404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4" creationId="{CC1EA6DC-C6E6-C3B0-A7F5-04460D04D55D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7" creationId="{83A00DFE-0574-E07F-9F83-F96CB738C93B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9" creationId="{FBAAB3FB-3D04-9BCC-3BC9-D2B7DC6E4A72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10" creationId="{57F52A5C-091B-76BF-0B69-BDD5688F3398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11" creationId="{056E2824-1CD8-9C92-FFE7-02AD5C3DA77A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13" creationId="{3C2FDAE5-E3F1-8838-9997-06150CDD116F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14" creationId="{9216E6EC-C835-1443-3AEE-6A6B7EFA4D26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16" creationId="{906D8BA8-A7F7-B5E4-BE29-13152AD3EF32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17" creationId="{5F678543-E4DC-1541-C075-B53452D7A66D}"/>
          </ac:spMkLst>
        </pc:spChg>
        <pc:spChg chg="mod">
          <ac:chgData name="Keerthi Latha S M" userId="2e4aaeead678b564" providerId="LiveId" clId="{F7A2D55D-7AAB-403A-B8FD-421FFAD7C2DA}" dt="2026-05-13T18:12:58.992" v="2595"/>
          <ac:spMkLst>
            <pc:docMk/>
            <pc:sldMk cId="434465129" sldId="291"/>
            <ac:spMk id="18" creationId="{56C24443-1958-41C6-0DD5-EF7DFE8DA5F3}"/>
          </ac:spMkLst>
        </pc:spChg>
        <pc:grpChg chg="mod">
          <ac:chgData name="Keerthi Latha S M" userId="2e4aaeead678b564" providerId="LiveId" clId="{F7A2D55D-7AAB-403A-B8FD-421FFAD7C2DA}" dt="2026-05-14T10:25:01.221" v="3594" actId="14100"/>
          <ac:grpSpMkLst>
            <pc:docMk/>
            <pc:sldMk cId="434465129" sldId="291"/>
            <ac:grpSpMk id="3" creationId="{8CF7CF22-C071-5C20-A542-4DE067EFECC3}"/>
          </ac:grpSpMkLst>
        </pc:grpChg>
        <pc:picChg chg="add mod">
          <ac:chgData name="Keerthi Latha S M" userId="2e4aaeead678b564" providerId="LiveId" clId="{F7A2D55D-7AAB-403A-B8FD-421FFAD7C2DA}" dt="2026-05-14T11:39:42.580" v="3604" actId="14100"/>
          <ac:picMkLst>
            <pc:docMk/>
            <pc:sldMk cId="434465129" sldId="291"/>
            <ac:picMk id="23" creationId="{C588787A-A4EE-74CA-496B-CC0C1AD7E867}"/>
          </ac:picMkLst>
        </pc:picChg>
      </pc:sldChg>
      <pc:sldChg chg="addSp delSp modSp new mod modTransition modAnim">
        <pc:chgData name="Keerthi Latha S M" userId="2e4aaeead678b564" providerId="LiveId" clId="{F7A2D55D-7AAB-403A-B8FD-421FFAD7C2DA}" dt="2026-05-18T08:34:43.964" v="3617"/>
        <pc:sldMkLst>
          <pc:docMk/>
          <pc:sldMk cId="346069452" sldId="293"/>
        </pc:sldMkLst>
        <pc:spChg chg="mod">
          <ac:chgData name="Keerthi Latha S M" userId="2e4aaeead678b564" providerId="LiveId" clId="{F7A2D55D-7AAB-403A-B8FD-421FFAD7C2DA}" dt="2026-05-14T03:03:29.964" v="3296" actId="1076"/>
          <ac:spMkLst>
            <pc:docMk/>
            <pc:sldMk cId="346069452" sldId="293"/>
            <ac:spMk id="2" creationId="{BAB57009-F84D-E8AB-9F7F-AFED25472C4F}"/>
          </ac:spMkLst>
        </pc:spChg>
        <pc:spChg chg="mod">
          <ac:chgData name="Keerthi Latha S M" userId="2e4aaeead678b564" providerId="LiveId" clId="{F7A2D55D-7AAB-403A-B8FD-421FFAD7C2DA}" dt="2026-05-14T03:03:57.065" v="3298" actId="122"/>
          <ac:spMkLst>
            <pc:docMk/>
            <pc:sldMk cId="346069452" sldId="293"/>
            <ac:spMk id="3" creationId="{D0717044-4B63-2397-448B-BE5C300DA706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8" creationId="{EAFD1841-2ABB-6BB4-60DB-8BE46F843E7E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10" creationId="{08E5ED8B-F26E-7C60-518F-871D19637784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11" creationId="{1E5383CB-C886-4564-D555-9E1AC09A0401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12" creationId="{68A0C652-AD8E-64BC-055B-A863D825F304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13" creationId="{5BD556F0-D337-E119-C9D6-1DA00485601E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15" creationId="{340FAA41-DD1F-10B4-DE3F-8535E0D47567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20" creationId="{E471AEA1-1038-94DC-6D5A-38F823B4CDCC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21" creationId="{69F58C97-8AE9-017F-7AB4-A5688B303A1D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22" creationId="{0707471C-E4D5-81CF-19F3-E5065CF69686}"/>
          </ac:spMkLst>
        </pc:spChg>
        <pc:spChg chg="mod">
          <ac:chgData name="Keerthi Latha S M" userId="2e4aaeead678b564" providerId="LiveId" clId="{F7A2D55D-7AAB-403A-B8FD-421FFAD7C2DA}" dt="2026-05-14T03:03:12.083" v="3294"/>
          <ac:spMkLst>
            <pc:docMk/>
            <pc:sldMk cId="346069452" sldId="293"/>
            <ac:spMk id="23" creationId="{D8CB3453-E416-74FA-CD06-BED6FA3C7618}"/>
          </ac:spMkLst>
        </pc:spChg>
        <pc:grpChg chg="mod">
          <ac:chgData name="Keerthi Latha S M" userId="2e4aaeead678b564" providerId="LiveId" clId="{F7A2D55D-7AAB-403A-B8FD-421FFAD7C2DA}" dt="2026-05-14T03:03:20.875" v="3295" actId="1076"/>
          <ac:grpSpMkLst>
            <pc:docMk/>
            <pc:sldMk cId="346069452" sldId="293"/>
            <ac:grpSpMk id="7" creationId="{16BADA36-FCA1-7127-0816-B2915B94D90C}"/>
          </ac:grpSpMkLst>
        </pc:grpChg>
      </pc:sldChg>
      <pc:sldMasterChg chg="delSldLayout">
        <pc:chgData name="Keerthi Latha S M" userId="2e4aaeead678b564" providerId="LiveId" clId="{F7A2D55D-7AAB-403A-B8FD-421FFAD7C2DA}" dt="2026-05-14T03:04:44.267" v="3301" actId="47"/>
        <pc:sldMasterMkLst>
          <pc:docMk/>
          <pc:sldMasterMk cId="0" sldId="2147483675"/>
        </pc:sldMasterMkLst>
      </pc:sldMasterChg>
      <pc:sldMasterChg chg="modSldLayout">
        <pc:chgData name="Keerthi Latha S M" userId="2e4aaeead678b564" providerId="LiveId" clId="{F7A2D55D-7AAB-403A-B8FD-421FFAD7C2DA}" dt="2026-05-18T08:33:41.329" v="3611"/>
        <pc:sldMasterMkLst>
          <pc:docMk/>
          <pc:sldMasterMk cId="1135554505" sldId="2147483676"/>
        </pc:sldMasterMkLst>
        <pc:sldLayoutChg chg="addSp delSp">
          <pc:chgData name="Keerthi Latha S M" userId="2e4aaeead678b564" providerId="LiveId" clId="{F7A2D55D-7AAB-403A-B8FD-421FFAD7C2DA}" dt="2026-05-18T08:33:41.329" v="3611"/>
          <pc:sldLayoutMkLst>
            <pc:docMk/>
            <pc:sldMasterMk cId="1135554505" sldId="2147483676"/>
            <pc:sldLayoutMk cId="1322008318" sldId="2147483693"/>
          </pc:sldLayoutMkLst>
          <pc:spChg chg="add del">
            <ac:chgData name="Keerthi Latha S M" userId="2e4aaeead678b564" providerId="LiveId" clId="{F7A2D55D-7AAB-403A-B8FD-421FFAD7C2DA}" dt="2026-05-18T08:33:41.329" v="3611"/>
            <ac:spMkLst>
              <pc:docMk/>
              <pc:sldMasterMk cId="1135554505" sldId="2147483676"/>
              <pc:sldLayoutMk cId="1322008318" sldId="2147483693"/>
              <ac:spMk id="122" creationId="{00000000-0000-0000-0000-000000000000}"/>
            </ac:spMkLst>
          </pc:spChg>
          <pc:picChg chg="add del">
            <ac:chgData name="Keerthi Latha S M" userId="2e4aaeead678b564" providerId="LiveId" clId="{F7A2D55D-7AAB-403A-B8FD-421FFAD7C2DA}" dt="2026-05-18T08:33:41.329" v="3611"/>
            <ac:picMkLst>
              <pc:docMk/>
              <pc:sldMasterMk cId="1135554505" sldId="2147483676"/>
              <pc:sldLayoutMk cId="1322008318" sldId="2147483693"/>
              <ac:picMk id="126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3:41.329" v="3611"/>
          <pc:sldLayoutMkLst>
            <pc:docMk/>
            <pc:sldMasterMk cId="1135554505" sldId="2147483676"/>
            <pc:sldLayoutMk cId="1288457610" sldId="2147483694"/>
          </pc:sldLayoutMkLst>
          <pc:spChg chg="add del">
            <ac:chgData name="Keerthi Latha S M" userId="2e4aaeead678b564" providerId="LiveId" clId="{F7A2D55D-7AAB-403A-B8FD-421FFAD7C2DA}" dt="2026-05-18T08:33:41.329" v="3611"/>
            <ac:spMkLst>
              <pc:docMk/>
              <pc:sldMasterMk cId="1135554505" sldId="2147483676"/>
              <pc:sldLayoutMk cId="1288457610" sldId="2147483694"/>
              <ac:spMk id="32" creationId="{00000000-0000-0000-0000-000000000000}"/>
            </ac:spMkLst>
          </pc:spChg>
          <pc:picChg chg="add del">
            <ac:chgData name="Keerthi Latha S M" userId="2e4aaeead678b564" providerId="LiveId" clId="{F7A2D55D-7AAB-403A-B8FD-421FFAD7C2DA}" dt="2026-05-18T08:33:41.329" v="3611"/>
            <ac:picMkLst>
              <pc:docMk/>
              <pc:sldMasterMk cId="1135554505" sldId="2147483676"/>
              <pc:sldLayoutMk cId="1288457610" sldId="2147483694"/>
              <ac:picMk id="33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3:41.329" v="3611"/>
          <pc:sldLayoutMkLst>
            <pc:docMk/>
            <pc:sldMasterMk cId="1135554505" sldId="2147483676"/>
            <pc:sldLayoutMk cId="3471084506" sldId="2147483695"/>
          </pc:sldLayoutMkLst>
          <pc:grpChg chg="add del">
            <ac:chgData name="Keerthi Latha S M" userId="2e4aaeead678b564" providerId="LiveId" clId="{F7A2D55D-7AAB-403A-B8FD-421FFAD7C2DA}" dt="2026-05-18T08:33:41.329" v="3611"/>
            <ac:grpSpMkLst>
              <pc:docMk/>
              <pc:sldMasterMk cId="1135554505" sldId="2147483676"/>
              <pc:sldLayoutMk cId="3471084506" sldId="2147483695"/>
              <ac:grpSpMk id="88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3:41.329" v="3611"/>
            <ac:picMkLst>
              <pc:docMk/>
              <pc:sldMasterMk cId="1135554505" sldId="2147483676"/>
              <pc:sldLayoutMk cId="3471084506" sldId="2147483695"/>
              <ac:picMk id="91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3:41.329" v="3611"/>
          <pc:sldLayoutMkLst>
            <pc:docMk/>
            <pc:sldMasterMk cId="1135554505" sldId="2147483676"/>
            <pc:sldLayoutMk cId="1594992438" sldId="2147483696"/>
          </pc:sldLayoutMkLst>
          <pc:grpChg chg="add del">
            <ac:chgData name="Keerthi Latha S M" userId="2e4aaeead678b564" providerId="LiveId" clId="{F7A2D55D-7AAB-403A-B8FD-421FFAD7C2DA}" dt="2026-05-18T08:33:41.329" v="3611"/>
            <ac:grpSpMkLst>
              <pc:docMk/>
              <pc:sldMasterMk cId="1135554505" sldId="2147483676"/>
              <pc:sldLayoutMk cId="1594992438" sldId="2147483696"/>
              <ac:grpSpMk id="59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3:41.329" v="3611"/>
            <ac:picMkLst>
              <pc:docMk/>
              <pc:sldMasterMk cId="1135554505" sldId="2147483676"/>
              <pc:sldLayoutMk cId="1594992438" sldId="2147483696"/>
              <ac:picMk id="62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3:41.329" v="3611"/>
          <pc:sldLayoutMkLst>
            <pc:docMk/>
            <pc:sldMasterMk cId="1135554505" sldId="2147483676"/>
            <pc:sldLayoutMk cId="2948579763" sldId="2147483697"/>
          </pc:sldLayoutMkLst>
          <pc:grpChg chg="add del">
            <ac:chgData name="Keerthi Latha S M" userId="2e4aaeead678b564" providerId="LiveId" clId="{F7A2D55D-7AAB-403A-B8FD-421FFAD7C2DA}" dt="2026-05-18T08:33:41.329" v="3611"/>
            <ac:grpSpMkLst>
              <pc:docMk/>
              <pc:sldMasterMk cId="1135554505" sldId="2147483676"/>
              <pc:sldLayoutMk cId="2948579763" sldId="2147483697"/>
              <ac:grpSpMk id="175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3:41.329" v="3611"/>
            <ac:picMkLst>
              <pc:docMk/>
              <pc:sldMasterMk cId="1135554505" sldId="2147483676"/>
              <pc:sldLayoutMk cId="2948579763" sldId="2147483697"/>
              <ac:picMk id="188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3:41.329" v="3611"/>
          <pc:sldLayoutMkLst>
            <pc:docMk/>
            <pc:sldMasterMk cId="1135554505" sldId="2147483676"/>
            <pc:sldLayoutMk cId="400295305" sldId="2147483698"/>
          </pc:sldLayoutMkLst>
          <pc:grpChg chg="add del">
            <ac:chgData name="Keerthi Latha S M" userId="2e4aaeead678b564" providerId="LiveId" clId="{F7A2D55D-7AAB-403A-B8FD-421FFAD7C2DA}" dt="2026-05-18T08:33:41.329" v="3611"/>
            <ac:grpSpMkLst>
              <pc:docMk/>
              <pc:sldMasterMk cId="1135554505" sldId="2147483676"/>
              <pc:sldLayoutMk cId="400295305" sldId="2147483698"/>
              <ac:grpSpMk id="43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3:41.329" v="3611"/>
            <ac:picMkLst>
              <pc:docMk/>
              <pc:sldMasterMk cId="1135554505" sldId="2147483676"/>
              <pc:sldLayoutMk cId="400295305" sldId="2147483698"/>
              <ac:picMk id="46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3:41.329" v="3611"/>
          <pc:sldLayoutMkLst>
            <pc:docMk/>
            <pc:sldMasterMk cId="1135554505" sldId="2147483676"/>
            <pc:sldLayoutMk cId="3723850104" sldId="2147483699"/>
          </pc:sldLayoutMkLst>
          <pc:grpChg chg="add del">
            <ac:chgData name="Keerthi Latha S M" userId="2e4aaeead678b564" providerId="LiveId" clId="{F7A2D55D-7AAB-403A-B8FD-421FFAD7C2DA}" dt="2026-05-18T08:33:41.329" v="3611"/>
            <ac:grpSpMkLst>
              <pc:docMk/>
              <pc:sldMasterMk cId="1135554505" sldId="2147483676"/>
              <pc:sldLayoutMk cId="3723850104" sldId="2147483699"/>
              <ac:grpSpMk id="250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3:41.329" v="3611"/>
            <ac:picMkLst>
              <pc:docMk/>
              <pc:sldMasterMk cId="1135554505" sldId="2147483676"/>
              <pc:sldLayoutMk cId="3723850104" sldId="2147483699"/>
              <ac:picMk id="253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3:41.329" v="3611"/>
          <pc:sldLayoutMkLst>
            <pc:docMk/>
            <pc:sldMasterMk cId="1135554505" sldId="2147483676"/>
            <pc:sldLayoutMk cId="1350455986" sldId="2147483700"/>
          </pc:sldLayoutMkLst>
          <pc:spChg chg="add del">
            <ac:chgData name="Keerthi Latha S M" userId="2e4aaeead678b564" providerId="LiveId" clId="{F7A2D55D-7AAB-403A-B8FD-421FFAD7C2DA}" dt="2026-05-18T08:33:41.329" v="3611"/>
            <ac:spMkLst>
              <pc:docMk/>
              <pc:sldMasterMk cId="1135554505" sldId="2147483676"/>
              <pc:sldLayoutMk cId="1350455986" sldId="2147483700"/>
              <ac:spMk id="95" creationId="{00000000-0000-0000-0000-000000000000}"/>
            </ac:spMkLst>
          </pc:spChg>
        </pc:sldLayoutChg>
      </pc:sldMasterChg>
      <pc:sldMasterChg chg="modSldLayout">
        <pc:chgData name="Keerthi Latha S M" userId="2e4aaeead678b564" providerId="LiveId" clId="{F7A2D55D-7AAB-403A-B8FD-421FFAD7C2DA}" dt="2026-05-18T08:34:00.244" v="3613"/>
        <pc:sldMasterMkLst>
          <pc:docMk/>
          <pc:sldMasterMk cId="2252195279" sldId="2147483676"/>
        </pc:sldMasterMkLst>
        <pc:sldLayoutChg chg="addSp delSp">
          <pc:chgData name="Keerthi Latha S M" userId="2e4aaeead678b564" providerId="LiveId" clId="{F7A2D55D-7AAB-403A-B8FD-421FFAD7C2DA}" dt="2026-05-18T08:34:00.244" v="3613"/>
          <pc:sldLayoutMkLst>
            <pc:docMk/>
            <pc:sldMasterMk cId="2252195279" sldId="2147483676"/>
            <pc:sldLayoutMk cId="616114249" sldId="2147483693"/>
          </pc:sldLayoutMkLst>
          <pc:spChg chg="add del">
            <ac:chgData name="Keerthi Latha S M" userId="2e4aaeead678b564" providerId="LiveId" clId="{F7A2D55D-7AAB-403A-B8FD-421FFAD7C2DA}" dt="2026-05-18T08:34:00.244" v="3613"/>
            <ac:spMkLst>
              <pc:docMk/>
              <pc:sldMasterMk cId="2252195279" sldId="2147483676"/>
              <pc:sldLayoutMk cId="616114249" sldId="2147483693"/>
              <ac:spMk id="122" creationId="{00000000-0000-0000-0000-000000000000}"/>
            </ac:spMkLst>
          </pc:spChg>
          <pc:picChg chg="add del">
            <ac:chgData name="Keerthi Latha S M" userId="2e4aaeead678b564" providerId="LiveId" clId="{F7A2D55D-7AAB-403A-B8FD-421FFAD7C2DA}" dt="2026-05-18T08:34:00.244" v="3613"/>
            <ac:picMkLst>
              <pc:docMk/>
              <pc:sldMasterMk cId="2252195279" sldId="2147483676"/>
              <pc:sldLayoutMk cId="616114249" sldId="2147483693"/>
              <ac:picMk id="126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4:00.244" v="3613"/>
          <pc:sldLayoutMkLst>
            <pc:docMk/>
            <pc:sldMasterMk cId="2252195279" sldId="2147483676"/>
            <pc:sldLayoutMk cId="1717580284" sldId="2147483694"/>
          </pc:sldLayoutMkLst>
          <pc:spChg chg="add del">
            <ac:chgData name="Keerthi Latha S M" userId="2e4aaeead678b564" providerId="LiveId" clId="{F7A2D55D-7AAB-403A-B8FD-421FFAD7C2DA}" dt="2026-05-18T08:34:00.244" v="3613"/>
            <ac:spMkLst>
              <pc:docMk/>
              <pc:sldMasterMk cId="2252195279" sldId="2147483676"/>
              <pc:sldLayoutMk cId="1717580284" sldId="2147483694"/>
              <ac:spMk id="32" creationId="{00000000-0000-0000-0000-000000000000}"/>
            </ac:spMkLst>
          </pc:spChg>
          <pc:picChg chg="add del">
            <ac:chgData name="Keerthi Latha S M" userId="2e4aaeead678b564" providerId="LiveId" clId="{F7A2D55D-7AAB-403A-B8FD-421FFAD7C2DA}" dt="2026-05-18T08:34:00.244" v="3613"/>
            <ac:picMkLst>
              <pc:docMk/>
              <pc:sldMasterMk cId="2252195279" sldId="2147483676"/>
              <pc:sldLayoutMk cId="1717580284" sldId="2147483694"/>
              <ac:picMk id="33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4:00.244" v="3613"/>
          <pc:sldLayoutMkLst>
            <pc:docMk/>
            <pc:sldMasterMk cId="2252195279" sldId="2147483676"/>
            <pc:sldLayoutMk cId="2066325724" sldId="2147483695"/>
          </pc:sldLayoutMkLst>
          <pc:grpChg chg="add del">
            <ac:chgData name="Keerthi Latha S M" userId="2e4aaeead678b564" providerId="LiveId" clId="{F7A2D55D-7AAB-403A-B8FD-421FFAD7C2DA}" dt="2026-05-18T08:34:00.244" v="3613"/>
            <ac:grpSpMkLst>
              <pc:docMk/>
              <pc:sldMasterMk cId="2252195279" sldId="2147483676"/>
              <pc:sldLayoutMk cId="2066325724" sldId="2147483695"/>
              <ac:grpSpMk id="88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4:00.244" v="3613"/>
            <ac:picMkLst>
              <pc:docMk/>
              <pc:sldMasterMk cId="2252195279" sldId="2147483676"/>
              <pc:sldLayoutMk cId="2066325724" sldId="2147483695"/>
              <ac:picMk id="91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4:00.244" v="3613"/>
          <pc:sldLayoutMkLst>
            <pc:docMk/>
            <pc:sldMasterMk cId="2252195279" sldId="2147483676"/>
            <pc:sldLayoutMk cId="3000192345" sldId="2147483696"/>
          </pc:sldLayoutMkLst>
          <pc:grpChg chg="add del">
            <ac:chgData name="Keerthi Latha S M" userId="2e4aaeead678b564" providerId="LiveId" clId="{F7A2D55D-7AAB-403A-B8FD-421FFAD7C2DA}" dt="2026-05-18T08:34:00.244" v="3613"/>
            <ac:grpSpMkLst>
              <pc:docMk/>
              <pc:sldMasterMk cId="2252195279" sldId="2147483676"/>
              <pc:sldLayoutMk cId="3000192345" sldId="2147483696"/>
              <ac:grpSpMk id="59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4:00.244" v="3613"/>
            <ac:picMkLst>
              <pc:docMk/>
              <pc:sldMasterMk cId="2252195279" sldId="2147483676"/>
              <pc:sldLayoutMk cId="3000192345" sldId="2147483696"/>
              <ac:picMk id="62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4:00.244" v="3613"/>
          <pc:sldLayoutMkLst>
            <pc:docMk/>
            <pc:sldMasterMk cId="2252195279" sldId="2147483676"/>
            <pc:sldLayoutMk cId="1540435451" sldId="2147483697"/>
          </pc:sldLayoutMkLst>
          <pc:grpChg chg="add del">
            <ac:chgData name="Keerthi Latha S M" userId="2e4aaeead678b564" providerId="LiveId" clId="{F7A2D55D-7AAB-403A-B8FD-421FFAD7C2DA}" dt="2026-05-18T08:34:00.244" v="3613"/>
            <ac:grpSpMkLst>
              <pc:docMk/>
              <pc:sldMasterMk cId="2252195279" sldId="2147483676"/>
              <pc:sldLayoutMk cId="1540435451" sldId="2147483697"/>
              <ac:grpSpMk id="175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4:00.244" v="3613"/>
            <ac:picMkLst>
              <pc:docMk/>
              <pc:sldMasterMk cId="2252195279" sldId="2147483676"/>
              <pc:sldLayoutMk cId="1540435451" sldId="2147483697"/>
              <ac:picMk id="188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4:00.244" v="3613"/>
          <pc:sldLayoutMkLst>
            <pc:docMk/>
            <pc:sldMasterMk cId="2252195279" sldId="2147483676"/>
            <pc:sldLayoutMk cId="2434256487" sldId="2147483698"/>
          </pc:sldLayoutMkLst>
          <pc:grpChg chg="add del">
            <ac:chgData name="Keerthi Latha S M" userId="2e4aaeead678b564" providerId="LiveId" clId="{F7A2D55D-7AAB-403A-B8FD-421FFAD7C2DA}" dt="2026-05-18T08:34:00.244" v="3613"/>
            <ac:grpSpMkLst>
              <pc:docMk/>
              <pc:sldMasterMk cId="2252195279" sldId="2147483676"/>
              <pc:sldLayoutMk cId="2434256487" sldId="2147483698"/>
              <ac:grpSpMk id="43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4:00.244" v="3613"/>
            <ac:picMkLst>
              <pc:docMk/>
              <pc:sldMasterMk cId="2252195279" sldId="2147483676"/>
              <pc:sldLayoutMk cId="2434256487" sldId="2147483698"/>
              <ac:picMk id="46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4:00.244" v="3613"/>
          <pc:sldLayoutMkLst>
            <pc:docMk/>
            <pc:sldMasterMk cId="2252195279" sldId="2147483676"/>
            <pc:sldLayoutMk cId="4101800484" sldId="2147483699"/>
          </pc:sldLayoutMkLst>
          <pc:grpChg chg="add del">
            <ac:chgData name="Keerthi Latha S M" userId="2e4aaeead678b564" providerId="LiveId" clId="{F7A2D55D-7AAB-403A-B8FD-421FFAD7C2DA}" dt="2026-05-18T08:34:00.244" v="3613"/>
            <ac:grpSpMkLst>
              <pc:docMk/>
              <pc:sldMasterMk cId="2252195279" sldId="2147483676"/>
              <pc:sldLayoutMk cId="4101800484" sldId="2147483699"/>
              <ac:grpSpMk id="250" creationId="{00000000-0000-0000-0000-000000000000}"/>
            </ac:grpSpMkLst>
          </pc:grpChg>
          <pc:picChg chg="add del">
            <ac:chgData name="Keerthi Latha S M" userId="2e4aaeead678b564" providerId="LiveId" clId="{F7A2D55D-7AAB-403A-B8FD-421FFAD7C2DA}" dt="2026-05-18T08:34:00.244" v="3613"/>
            <ac:picMkLst>
              <pc:docMk/>
              <pc:sldMasterMk cId="2252195279" sldId="2147483676"/>
              <pc:sldLayoutMk cId="4101800484" sldId="2147483699"/>
              <ac:picMk id="253" creationId="{00000000-0000-0000-0000-000000000000}"/>
            </ac:picMkLst>
          </pc:picChg>
        </pc:sldLayoutChg>
        <pc:sldLayoutChg chg="addSp delSp">
          <pc:chgData name="Keerthi Latha S M" userId="2e4aaeead678b564" providerId="LiveId" clId="{F7A2D55D-7AAB-403A-B8FD-421FFAD7C2DA}" dt="2026-05-18T08:34:00.244" v="3613"/>
          <pc:sldLayoutMkLst>
            <pc:docMk/>
            <pc:sldMasterMk cId="2252195279" sldId="2147483676"/>
            <pc:sldLayoutMk cId="3141724053" sldId="2147483700"/>
          </pc:sldLayoutMkLst>
          <pc:spChg chg="add del">
            <ac:chgData name="Keerthi Latha S M" userId="2e4aaeead678b564" providerId="LiveId" clId="{F7A2D55D-7AAB-403A-B8FD-421FFAD7C2DA}" dt="2026-05-18T08:34:00.244" v="3613"/>
            <ac:spMkLst>
              <pc:docMk/>
              <pc:sldMasterMk cId="2252195279" sldId="2147483676"/>
              <pc:sldLayoutMk cId="3141724053" sldId="2147483700"/>
              <ac:spMk id="9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d2f231c4a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01" name="Google Shape;301;gd2f231c4a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877498f77e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22" name="Google Shape;322;g877498f77e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30a4e6ab4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87" name="Google Shape;387;gd30a4e6ab4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c6ac5e8787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1" name="Google Shape;351;gc6ac5e8787_1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06" name="Google Shape;406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c6ac5e8787_2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13" name="Google Shape;413;gc6ac5e8787_2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d30a4e6ab4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d30a4e6ab4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d30a4e6ab4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36" name="Google Shape;736;gd30a4e6ab4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740994" y="-2741244"/>
            <a:ext cx="10625988" cy="10625988"/>
            <a:chOff x="-740994" y="-2741244"/>
            <a:chExt cx="10625988" cy="10625988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78450" y="2008500"/>
              <a:ext cx="9300900" cy="1126500"/>
              <a:chOff x="-99300" y="2008500"/>
              <a:chExt cx="9300900" cy="1126500"/>
            </a:xfrm>
          </p:grpSpPr>
          <p:sp>
            <p:nvSpPr>
              <p:cNvPr id="11" name="Google Shape;11;p2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13;p2"/>
            <p:cNvGrpSpPr/>
            <p:nvPr/>
          </p:nvGrpSpPr>
          <p:grpSpPr>
            <a:xfrm rot="1800013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14" name="Google Shape;14;p2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 rot="-1800013" flipH="1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17" name="Google Shape;17;p2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 rot="3599987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20" name="Google Shape;20;p2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 rot="-3599987" flipH="1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23" name="Google Shape;23;p2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 rot="-5400000">
              <a:off x="-78450" y="2008500"/>
              <a:ext cx="9300900" cy="1126500"/>
              <a:chOff x="-99300" y="2008500"/>
              <a:chExt cx="9300900" cy="1126500"/>
            </a:xfrm>
          </p:grpSpPr>
          <p:sp>
            <p:nvSpPr>
              <p:cNvPr id="26" name="Google Shape;26;p2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8" name="Google Shape;28;p2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 txBox="1">
            <a:spLocks noGrp="1"/>
          </p:cNvSpPr>
          <p:nvPr>
            <p:ph type="ctrTitle"/>
          </p:nvPr>
        </p:nvSpPr>
        <p:spPr>
          <a:xfrm>
            <a:off x="1299750" y="1334031"/>
            <a:ext cx="6544500" cy="1727400"/>
          </a:xfrm>
          <a:prstGeom prst="rect">
            <a:avLst/>
          </a:prstGeom>
          <a:effectLst>
            <a:outerShdw dist="76200" dir="204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ubTitle" idx="1"/>
          </p:nvPr>
        </p:nvSpPr>
        <p:spPr>
          <a:xfrm>
            <a:off x="2198400" y="3337569"/>
            <a:ext cx="4747200" cy="33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4572000" y="0"/>
            <a:ext cx="3849600" cy="5143500"/>
          </a:xfrm>
          <a:prstGeom prst="trapezoid">
            <a:avLst>
              <a:gd name="adj" fmla="val 2961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3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1123300" y="2354895"/>
            <a:ext cx="3039300" cy="91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1956400" y="1032375"/>
            <a:ext cx="13731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10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1290550" y="3525225"/>
            <a:ext cx="2704800" cy="5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5"/>
          <p:cNvGrpSpPr/>
          <p:nvPr/>
        </p:nvGrpSpPr>
        <p:grpSpPr>
          <a:xfrm>
            <a:off x="-1740189" y="0"/>
            <a:ext cx="15667350" cy="5143500"/>
            <a:chOff x="-1760125" y="0"/>
            <a:chExt cx="15667350" cy="5143500"/>
          </a:xfrm>
        </p:grpSpPr>
        <p:sp>
          <p:nvSpPr>
            <p:cNvPr id="44" name="Google Shape;44;p5"/>
            <p:cNvSpPr/>
            <p:nvPr/>
          </p:nvSpPr>
          <p:spPr>
            <a:xfrm flipH="1">
              <a:off x="-1760125" y="0"/>
              <a:ext cx="7857300" cy="5143500"/>
            </a:xfrm>
            <a:prstGeom prst="parallelogram">
              <a:avLst>
                <a:gd name="adj" fmla="val 8217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 flipH="1">
              <a:off x="6049925" y="0"/>
              <a:ext cx="7857300" cy="5143500"/>
            </a:xfrm>
            <a:prstGeom prst="parallelogram">
              <a:avLst>
                <a:gd name="adj" fmla="val 8217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" name="Google Shape;46;p5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>
            <a:spLocks noGrp="1"/>
          </p:cNvSpPr>
          <p:nvPr>
            <p:ph type="subTitle" idx="1"/>
          </p:nvPr>
        </p:nvSpPr>
        <p:spPr>
          <a:xfrm>
            <a:off x="1254788" y="2352849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2"/>
          </p:nvPr>
        </p:nvSpPr>
        <p:spPr>
          <a:xfrm>
            <a:off x="1254788" y="2794723"/>
            <a:ext cx="2776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3"/>
          </p:nvPr>
        </p:nvSpPr>
        <p:spPr>
          <a:xfrm>
            <a:off x="5112413" y="2352849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4"/>
          </p:nvPr>
        </p:nvSpPr>
        <p:spPr>
          <a:xfrm>
            <a:off x="5112413" y="2794723"/>
            <a:ext cx="27768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7"/>
          <p:cNvGrpSpPr/>
          <p:nvPr/>
        </p:nvGrpSpPr>
        <p:grpSpPr>
          <a:xfrm>
            <a:off x="4020425" y="-39125"/>
            <a:ext cx="5123575" cy="5227600"/>
            <a:chOff x="4020425" y="-39125"/>
            <a:chExt cx="5123575" cy="5227600"/>
          </a:xfrm>
        </p:grpSpPr>
        <p:sp>
          <p:nvSpPr>
            <p:cNvPr id="60" name="Google Shape;60;p7"/>
            <p:cNvSpPr/>
            <p:nvPr/>
          </p:nvSpPr>
          <p:spPr>
            <a:xfrm rot="-5400000" flipH="1">
              <a:off x="3968413" y="12888"/>
              <a:ext cx="5227600" cy="5123575"/>
            </a:xfrm>
            <a:prstGeom prst="flowChartManualInpu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 flipH="1">
              <a:off x="8127300" y="-39125"/>
              <a:ext cx="1016700" cy="52275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2" name="Google Shape;62;p7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722375" y="1525949"/>
            <a:ext cx="3643800" cy="27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722375" y="387600"/>
            <a:ext cx="36438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9"/>
          <p:cNvGrpSpPr/>
          <p:nvPr/>
        </p:nvGrpSpPr>
        <p:grpSpPr>
          <a:xfrm>
            <a:off x="-420075" y="-3532450"/>
            <a:ext cx="6125400" cy="12208400"/>
            <a:chOff x="-420075" y="-3511250"/>
            <a:chExt cx="6125400" cy="12208400"/>
          </a:xfrm>
        </p:grpSpPr>
        <p:sp>
          <p:nvSpPr>
            <p:cNvPr id="89" name="Google Shape;89;p9"/>
            <p:cNvSpPr/>
            <p:nvPr/>
          </p:nvSpPr>
          <p:spPr>
            <a:xfrm rot="-2700000">
              <a:off x="476969" y="-2614206"/>
              <a:ext cx="4331312" cy="4331312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 rot="8100000">
              <a:off x="476969" y="3468794"/>
              <a:ext cx="4331312" cy="4331312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1" name="Google Shape;91;p9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 txBox="1">
            <a:spLocks noGrp="1"/>
          </p:cNvSpPr>
          <p:nvPr>
            <p:ph type="subTitle" idx="1"/>
          </p:nvPr>
        </p:nvSpPr>
        <p:spPr>
          <a:xfrm>
            <a:off x="4571243" y="2146477"/>
            <a:ext cx="3333600" cy="14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4571349" y="1580425"/>
            <a:ext cx="33336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6501375" y="0"/>
            <a:ext cx="3689100" cy="514350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title"/>
          </p:nvPr>
        </p:nvSpPr>
        <p:spPr>
          <a:xfrm>
            <a:off x="5044025" y="1282350"/>
            <a:ext cx="3377700" cy="257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/>
          <p:nvPr/>
        </p:nvSpPr>
        <p:spPr>
          <a:xfrm rot="-5400000">
            <a:off x="1974175" y="-2031700"/>
            <a:ext cx="5181000" cy="9179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hasCustomPrompt="1"/>
          </p:nvPr>
        </p:nvSpPr>
        <p:spPr>
          <a:xfrm>
            <a:off x="1428795" y="1261174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727845" y="1874295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2"/>
          </p:nvPr>
        </p:nvSpPr>
        <p:spPr>
          <a:xfrm>
            <a:off x="727845" y="224568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pic>
        <p:nvPicPr>
          <p:cNvPr id="126" name="Google Shape;126;p13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-19840" y="4207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 txBox="1">
            <a:spLocks noGrp="1"/>
          </p:cNvSpPr>
          <p:nvPr>
            <p:ph type="title" idx="3" hasCustomPrompt="1"/>
          </p:nvPr>
        </p:nvSpPr>
        <p:spPr>
          <a:xfrm>
            <a:off x="4129051" y="1261174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4"/>
          </p:nvPr>
        </p:nvSpPr>
        <p:spPr>
          <a:xfrm>
            <a:off x="3428101" y="1874295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5"/>
          </p:nvPr>
        </p:nvSpPr>
        <p:spPr>
          <a:xfrm>
            <a:off x="3428101" y="224568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6" hasCustomPrompt="1"/>
          </p:nvPr>
        </p:nvSpPr>
        <p:spPr>
          <a:xfrm>
            <a:off x="6829307" y="1261174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7"/>
          </p:nvPr>
        </p:nvSpPr>
        <p:spPr>
          <a:xfrm>
            <a:off x="6128357" y="1874295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8"/>
          </p:nvPr>
        </p:nvSpPr>
        <p:spPr>
          <a:xfrm>
            <a:off x="6128357" y="224568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13" hasCustomPrompt="1"/>
          </p:nvPr>
        </p:nvSpPr>
        <p:spPr>
          <a:xfrm>
            <a:off x="1428795" y="3047582"/>
            <a:ext cx="885900" cy="52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4"/>
          </p:nvPr>
        </p:nvSpPr>
        <p:spPr>
          <a:xfrm>
            <a:off x="727845" y="3660691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5"/>
          </p:nvPr>
        </p:nvSpPr>
        <p:spPr>
          <a:xfrm>
            <a:off x="727845" y="403209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16" hasCustomPrompt="1"/>
          </p:nvPr>
        </p:nvSpPr>
        <p:spPr>
          <a:xfrm>
            <a:off x="4129051" y="304758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7"/>
          </p:nvPr>
        </p:nvSpPr>
        <p:spPr>
          <a:xfrm>
            <a:off x="3428101" y="3660691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8"/>
          </p:nvPr>
        </p:nvSpPr>
        <p:spPr>
          <a:xfrm>
            <a:off x="3428101" y="4032092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19" hasCustomPrompt="1"/>
          </p:nvPr>
        </p:nvSpPr>
        <p:spPr>
          <a:xfrm>
            <a:off x="6829307" y="304758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20"/>
          </p:nvPr>
        </p:nvSpPr>
        <p:spPr>
          <a:xfrm>
            <a:off x="6128357" y="3660691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21"/>
          </p:nvPr>
        </p:nvSpPr>
        <p:spPr>
          <a:xfrm>
            <a:off x="6128357" y="403209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_2_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8"/>
          <p:cNvGrpSpPr/>
          <p:nvPr/>
        </p:nvGrpSpPr>
        <p:grpSpPr>
          <a:xfrm>
            <a:off x="-740994" y="-896691"/>
            <a:ext cx="10625988" cy="8781435"/>
            <a:chOff x="-740994" y="-896691"/>
            <a:chExt cx="10625988" cy="8781435"/>
          </a:xfrm>
        </p:grpSpPr>
        <p:grpSp>
          <p:nvGrpSpPr>
            <p:cNvPr id="176" name="Google Shape;176;p18"/>
            <p:cNvGrpSpPr/>
            <p:nvPr/>
          </p:nvGrpSpPr>
          <p:grpSpPr>
            <a:xfrm>
              <a:off x="-78450" y="2008500"/>
              <a:ext cx="9300900" cy="1126500"/>
              <a:chOff x="-99300" y="2008500"/>
              <a:chExt cx="9300900" cy="1126500"/>
            </a:xfrm>
          </p:grpSpPr>
          <p:sp>
            <p:nvSpPr>
              <p:cNvPr id="177" name="Google Shape;177;p18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8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18"/>
            <p:cNvGrpSpPr/>
            <p:nvPr/>
          </p:nvGrpSpPr>
          <p:grpSpPr>
            <a:xfrm rot="1800013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180" name="Google Shape;180;p18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8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2" name="Google Shape;182;p18"/>
            <p:cNvGrpSpPr/>
            <p:nvPr/>
          </p:nvGrpSpPr>
          <p:grpSpPr>
            <a:xfrm rot="-1800013" flipH="1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183" name="Google Shape;183;p18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8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5" name="Google Shape;185;p18"/>
            <p:cNvSpPr/>
            <p:nvPr/>
          </p:nvSpPr>
          <p:spPr>
            <a:xfrm rot="-1800013">
              <a:off x="5304591" y="2163656"/>
              <a:ext cx="1388965" cy="5759675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 rot="1800013" flipH="1">
              <a:off x="2450443" y="2163656"/>
              <a:ext cx="1388965" cy="5759675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4008750" y="2550900"/>
              <a:ext cx="1126500" cy="46713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8" name="Google Shape;188;p18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>
            <a:spLocks noGrp="1"/>
          </p:cNvSpPr>
          <p:nvPr>
            <p:ph type="title" hasCustomPrompt="1"/>
          </p:nvPr>
        </p:nvSpPr>
        <p:spPr>
          <a:xfrm>
            <a:off x="1428791" y="16757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8"/>
          <p:cNvSpPr txBox="1">
            <a:spLocks noGrp="1"/>
          </p:cNvSpPr>
          <p:nvPr>
            <p:ph type="subTitle" idx="1"/>
          </p:nvPr>
        </p:nvSpPr>
        <p:spPr>
          <a:xfrm>
            <a:off x="727841" y="2352849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subTitle" idx="2"/>
          </p:nvPr>
        </p:nvSpPr>
        <p:spPr>
          <a:xfrm>
            <a:off x="727850" y="2834829"/>
            <a:ext cx="2287800" cy="10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title" idx="3" hasCustomPrompt="1"/>
          </p:nvPr>
        </p:nvSpPr>
        <p:spPr>
          <a:xfrm>
            <a:off x="4129046" y="16757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18"/>
          <p:cNvSpPr txBox="1">
            <a:spLocks noGrp="1"/>
          </p:cNvSpPr>
          <p:nvPr>
            <p:ph type="subTitle" idx="4"/>
          </p:nvPr>
        </p:nvSpPr>
        <p:spPr>
          <a:xfrm>
            <a:off x="3428100" y="2352849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subTitle" idx="5"/>
          </p:nvPr>
        </p:nvSpPr>
        <p:spPr>
          <a:xfrm>
            <a:off x="3428103" y="2834829"/>
            <a:ext cx="2287800" cy="10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title" idx="6" hasCustomPrompt="1"/>
          </p:nvPr>
        </p:nvSpPr>
        <p:spPr>
          <a:xfrm>
            <a:off x="6829309" y="16757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6" name="Google Shape;196;p18"/>
          <p:cNvSpPr txBox="1">
            <a:spLocks noGrp="1"/>
          </p:cNvSpPr>
          <p:nvPr>
            <p:ph type="subTitle" idx="7"/>
          </p:nvPr>
        </p:nvSpPr>
        <p:spPr>
          <a:xfrm>
            <a:off x="6128359" y="2352849"/>
            <a:ext cx="22878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8"/>
          </p:nvPr>
        </p:nvSpPr>
        <p:spPr>
          <a:xfrm>
            <a:off x="6128355" y="2834829"/>
            <a:ext cx="2287800" cy="10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0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23"/>
          <p:cNvGrpSpPr/>
          <p:nvPr/>
        </p:nvGrpSpPr>
        <p:grpSpPr>
          <a:xfrm>
            <a:off x="0" y="-150"/>
            <a:ext cx="9144000" cy="5143775"/>
            <a:chOff x="0" y="-150"/>
            <a:chExt cx="9144000" cy="5143775"/>
          </a:xfrm>
        </p:grpSpPr>
        <p:sp>
          <p:nvSpPr>
            <p:cNvPr id="251" name="Google Shape;251;p23"/>
            <p:cNvSpPr/>
            <p:nvPr/>
          </p:nvSpPr>
          <p:spPr>
            <a:xfrm>
              <a:off x="0" y="4058225"/>
              <a:ext cx="1085400" cy="10854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3"/>
            <p:cNvSpPr/>
            <p:nvPr/>
          </p:nvSpPr>
          <p:spPr>
            <a:xfrm rot="10800000">
              <a:off x="7366500" y="-150"/>
              <a:ext cx="1777500" cy="1777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3" name="Google Shape;253;p23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6"/>
          <p:cNvGrpSpPr/>
          <p:nvPr/>
        </p:nvGrpSpPr>
        <p:grpSpPr>
          <a:xfrm>
            <a:off x="0" y="-150"/>
            <a:ext cx="9144000" cy="5143775"/>
            <a:chOff x="0" y="-150"/>
            <a:chExt cx="9144000" cy="5143775"/>
          </a:xfrm>
        </p:grpSpPr>
        <p:sp>
          <p:nvSpPr>
            <p:cNvPr id="271" name="Google Shape;271;p26"/>
            <p:cNvSpPr/>
            <p:nvPr/>
          </p:nvSpPr>
          <p:spPr>
            <a:xfrm>
              <a:off x="0" y="4058225"/>
              <a:ext cx="1085400" cy="10854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 rot="10800000">
              <a:off x="7366500" y="-150"/>
              <a:ext cx="1777500" cy="1777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3" name="Google Shape;273;p26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5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7"/>
          <p:cNvGrpSpPr/>
          <p:nvPr/>
        </p:nvGrpSpPr>
        <p:grpSpPr>
          <a:xfrm rot="-900005">
            <a:off x="-1311247" y="-3311497"/>
            <a:ext cx="11766495" cy="11766495"/>
            <a:chOff x="-740994" y="-2741244"/>
            <a:chExt cx="10625988" cy="10625988"/>
          </a:xfrm>
        </p:grpSpPr>
        <p:grpSp>
          <p:nvGrpSpPr>
            <p:cNvPr id="276" name="Google Shape;276;p27"/>
            <p:cNvGrpSpPr/>
            <p:nvPr/>
          </p:nvGrpSpPr>
          <p:grpSpPr>
            <a:xfrm>
              <a:off x="-78450" y="2008500"/>
              <a:ext cx="9300900" cy="1126500"/>
              <a:chOff x="-99300" y="2008500"/>
              <a:chExt cx="9300900" cy="1126500"/>
            </a:xfrm>
          </p:grpSpPr>
          <p:sp>
            <p:nvSpPr>
              <p:cNvPr id="277" name="Google Shape;277;p27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7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9" name="Google Shape;279;p27"/>
            <p:cNvGrpSpPr/>
            <p:nvPr/>
          </p:nvGrpSpPr>
          <p:grpSpPr>
            <a:xfrm rot="1800013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280" name="Google Shape;280;p27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7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27"/>
            <p:cNvGrpSpPr/>
            <p:nvPr/>
          </p:nvGrpSpPr>
          <p:grpSpPr>
            <a:xfrm rot="-1800013" flipH="1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283" name="Google Shape;283;p27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7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27"/>
            <p:cNvGrpSpPr/>
            <p:nvPr/>
          </p:nvGrpSpPr>
          <p:grpSpPr>
            <a:xfrm rot="3599987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286" name="Google Shape;286;p27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7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8" name="Google Shape;288;p27"/>
            <p:cNvGrpSpPr/>
            <p:nvPr/>
          </p:nvGrpSpPr>
          <p:grpSpPr>
            <a:xfrm rot="-3599987" flipH="1">
              <a:off x="-1161967" y="1877267"/>
              <a:ext cx="11467935" cy="1388965"/>
              <a:chOff x="-99300" y="2008500"/>
              <a:chExt cx="9300900" cy="1126500"/>
            </a:xfrm>
          </p:grpSpPr>
          <p:sp>
            <p:nvSpPr>
              <p:cNvPr id="289" name="Google Shape;289;p27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7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" name="Google Shape;291;p27"/>
            <p:cNvGrpSpPr/>
            <p:nvPr/>
          </p:nvGrpSpPr>
          <p:grpSpPr>
            <a:xfrm rot="-5400000">
              <a:off x="-78450" y="2008500"/>
              <a:ext cx="9300900" cy="1126500"/>
              <a:chOff x="-99300" y="2008500"/>
              <a:chExt cx="9300900" cy="1126500"/>
            </a:xfrm>
          </p:grpSpPr>
          <p:sp>
            <p:nvSpPr>
              <p:cNvPr id="292" name="Google Shape;292;p27"/>
              <p:cNvSpPr/>
              <p:nvPr/>
            </p:nvSpPr>
            <p:spPr>
              <a:xfrm rot="5400000">
                <a:off x="16731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7"/>
              <p:cNvSpPr/>
              <p:nvPr/>
            </p:nvSpPr>
            <p:spPr>
              <a:xfrm rot="-5400000">
                <a:off x="6302700" y="236100"/>
                <a:ext cx="1126500" cy="46713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94" name="Google Shape;294;p27"/>
          <p:cNvPicPr preferRelativeResize="0"/>
          <p:nvPr/>
        </p:nvPicPr>
        <p:blipFill>
          <a:blip r:embed="rId2">
            <a:alphaModFix amt="36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  <a:effectLst>
            <a:outerShdw dist="76200" dir="2160000" algn="bl" rotWithShape="0">
              <a:schemeClr val="dk1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Bebas Neue"/>
              <a:buNone/>
              <a:defRPr sz="36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○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■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○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■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●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○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Char char="■"/>
              <a:defRPr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6" r:id="rId6"/>
    <p:sldLayoutId id="2147483658" r:id="rId7"/>
    <p:sldLayoutId id="2147483659" r:id="rId8"/>
    <p:sldLayoutId id="2147483664" r:id="rId9"/>
    <p:sldLayoutId id="2147483669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2F2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/>
          <p:nvPr/>
        </p:nvSpPr>
        <p:spPr>
          <a:xfrm rot="5400000">
            <a:off x="3769112" y="2297151"/>
            <a:ext cx="1442224" cy="3003395"/>
          </a:xfrm>
          <a:prstGeom prst="trapezoid">
            <a:avLst>
              <a:gd name="adj" fmla="val 182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0"/>
          <p:cNvSpPr txBox="1">
            <a:spLocks noGrp="1"/>
          </p:cNvSpPr>
          <p:nvPr>
            <p:ph type="ctrTitle"/>
          </p:nvPr>
        </p:nvSpPr>
        <p:spPr>
          <a:xfrm>
            <a:off x="1299750" y="1286769"/>
            <a:ext cx="6544500" cy="17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MOVIE STREAMING PLATFORM DATABASE</a:t>
            </a:r>
            <a:endParaRPr sz="3600" dirty="0"/>
          </a:p>
        </p:txBody>
      </p:sp>
      <p:sp>
        <p:nvSpPr>
          <p:cNvPr id="305" name="Google Shape;305;p30"/>
          <p:cNvSpPr txBox="1">
            <a:spLocks noGrp="1"/>
          </p:cNvSpPr>
          <p:nvPr>
            <p:ph type="subTitle" idx="1"/>
          </p:nvPr>
        </p:nvSpPr>
        <p:spPr>
          <a:xfrm>
            <a:off x="2198400" y="3641919"/>
            <a:ext cx="4747200" cy="3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KEERTHI LATHA S 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DBMS PROJECT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MAY 14 2026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SE504S50 </a:t>
            </a:r>
            <a:endParaRPr dirty="0"/>
          </a:p>
        </p:txBody>
      </p:sp>
      <p:sp>
        <p:nvSpPr>
          <p:cNvPr id="306" name="Google Shape;306;p30"/>
          <p:cNvSpPr/>
          <p:nvPr/>
        </p:nvSpPr>
        <p:spPr>
          <a:xfrm>
            <a:off x="2111283" y="1442314"/>
            <a:ext cx="4921435" cy="9153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IN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ebas Neue"/>
              </a:rPr>
              <a:t>EVERWATCH</a:t>
            </a:r>
            <a:endParaRPr b="0" i="0" dirty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Bebas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2F2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/>
          <p:nvPr/>
        </p:nvSpPr>
        <p:spPr>
          <a:xfrm rot="5400000">
            <a:off x="1637750" y="972345"/>
            <a:ext cx="468000" cy="2175300"/>
          </a:xfrm>
          <a:prstGeom prst="trapezoid">
            <a:avLst>
              <a:gd name="adj" fmla="val 182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5" name="Google Shape;325;p33"/>
          <p:cNvSpPr/>
          <p:nvPr/>
        </p:nvSpPr>
        <p:spPr>
          <a:xfrm rot="-5400000">
            <a:off x="4338000" y="972345"/>
            <a:ext cx="468000" cy="2175300"/>
          </a:xfrm>
          <a:prstGeom prst="trapezoid">
            <a:avLst>
              <a:gd name="adj" fmla="val 11496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6" name="Google Shape;326;p33"/>
          <p:cNvSpPr/>
          <p:nvPr/>
        </p:nvSpPr>
        <p:spPr>
          <a:xfrm rot="5400000">
            <a:off x="7038257" y="972345"/>
            <a:ext cx="468000" cy="2175300"/>
          </a:xfrm>
          <a:prstGeom prst="trapezoid">
            <a:avLst>
              <a:gd name="adj" fmla="val 912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3"/>
          <p:cNvSpPr/>
          <p:nvPr/>
        </p:nvSpPr>
        <p:spPr>
          <a:xfrm rot="-5400000">
            <a:off x="7038257" y="2758745"/>
            <a:ext cx="468000" cy="2175300"/>
          </a:xfrm>
          <a:prstGeom prst="trapezoid">
            <a:avLst>
              <a:gd name="adj" fmla="val 105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8" name="Google Shape;328;p33"/>
          <p:cNvSpPr/>
          <p:nvPr/>
        </p:nvSpPr>
        <p:spPr>
          <a:xfrm rot="5400000">
            <a:off x="4338007" y="2758745"/>
            <a:ext cx="468000" cy="2175300"/>
          </a:xfrm>
          <a:prstGeom prst="trapezoid">
            <a:avLst>
              <a:gd name="adj" fmla="val 8013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9" name="Google Shape;329;p33"/>
          <p:cNvSpPr/>
          <p:nvPr/>
        </p:nvSpPr>
        <p:spPr>
          <a:xfrm rot="-5400000">
            <a:off x="1637750" y="2758745"/>
            <a:ext cx="468000" cy="2175300"/>
          </a:xfrm>
          <a:prstGeom prst="trapezoid">
            <a:avLst>
              <a:gd name="adj" fmla="val 105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727845" y="1874295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/>
          </p:nvPr>
        </p:nvSpPr>
        <p:spPr>
          <a:xfrm>
            <a:off x="1428795" y="1261174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subTitle" idx="2"/>
          </p:nvPr>
        </p:nvSpPr>
        <p:spPr>
          <a:xfrm>
            <a:off x="727845" y="224568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34" name="Google Shape;334;p33"/>
          <p:cNvSpPr txBox="1">
            <a:spLocks noGrp="1"/>
          </p:cNvSpPr>
          <p:nvPr>
            <p:ph type="title" idx="3"/>
          </p:nvPr>
        </p:nvSpPr>
        <p:spPr>
          <a:xfrm>
            <a:off x="4129051" y="1261174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4"/>
          </p:nvPr>
        </p:nvSpPr>
        <p:spPr>
          <a:xfrm>
            <a:off x="3428101" y="1874295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5"/>
          </p:nvPr>
        </p:nvSpPr>
        <p:spPr>
          <a:xfrm>
            <a:off x="3428101" y="224568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GOALS OF THE PROJECT</a:t>
            </a:r>
            <a:endParaRPr dirty="0"/>
          </a:p>
        </p:txBody>
      </p:sp>
      <p:sp>
        <p:nvSpPr>
          <p:cNvPr id="337" name="Google Shape;337;p33"/>
          <p:cNvSpPr txBox="1">
            <a:spLocks noGrp="1"/>
          </p:cNvSpPr>
          <p:nvPr>
            <p:ph type="title" idx="6"/>
          </p:nvPr>
        </p:nvSpPr>
        <p:spPr>
          <a:xfrm>
            <a:off x="6829307" y="1261174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8" name="Google Shape;338;p33"/>
          <p:cNvSpPr txBox="1">
            <a:spLocks noGrp="1"/>
          </p:cNvSpPr>
          <p:nvPr>
            <p:ph type="subTitle" idx="7"/>
          </p:nvPr>
        </p:nvSpPr>
        <p:spPr>
          <a:xfrm>
            <a:off x="6128357" y="1874295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DATABASE MODULES</a:t>
            </a:r>
            <a:endParaRPr dirty="0"/>
          </a:p>
        </p:txBody>
      </p:sp>
      <p:sp>
        <p:nvSpPr>
          <p:cNvPr id="339" name="Google Shape;339;p33"/>
          <p:cNvSpPr txBox="1">
            <a:spLocks noGrp="1"/>
          </p:cNvSpPr>
          <p:nvPr>
            <p:ph type="subTitle" idx="8"/>
          </p:nvPr>
        </p:nvSpPr>
        <p:spPr>
          <a:xfrm>
            <a:off x="6128357" y="224568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IMPORTANT ENTITIES</a:t>
            </a:r>
            <a:endParaRPr dirty="0"/>
          </a:p>
        </p:txBody>
      </p:sp>
      <p:sp>
        <p:nvSpPr>
          <p:cNvPr id="340" name="Google Shape;340;p33"/>
          <p:cNvSpPr txBox="1">
            <a:spLocks noGrp="1"/>
          </p:cNvSpPr>
          <p:nvPr>
            <p:ph type="title" idx="13"/>
          </p:nvPr>
        </p:nvSpPr>
        <p:spPr>
          <a:xfrm>
            <a:off x="1428795" y="304758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41" name="Google Shape;341;p33"/>
          <p:cNvSpPr txBox="1">
            <a:spLocks noGrp="1"/>
          </p:cNvSpPr>
          <p:nvPr>
            <p:ph type="subTitle" idx="14"/>
          </p:nvPr>
        </p:nvSpPr>
        <p:spPr>
          <a:xfrm>
            <a:off x="727845" y="3660691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 DIAGRAM</a:t>
            </a:r>
            <a:endParaRPr dirty="0"/>
          </a:p>
        </p:txBody>
      </p:sp>
      <p:sp>
        <p:nvSpPr>
          <p:cNvPr id="342" name="Google Shape;342;p33"/>
          <p:cNvSpPr txBox="1">
            <a:spLocks noGrp="1"/>
          </p:cNvSpPr>
          <p:nvPr>
            <p:ph type="subTitle" idx="15"/>
          </p:nvPr>
        </p:nvSpPr>
        <p:spPr>
          <a:xfrm>
            <a:off x="727844" y="4032093"/>
            <a:ext cx="2446535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ENTITY RELATIONSHIP DESIGN</a:t>
            </a:r>
            <a:endParaRPr dirty="0"/>
          </a:p>
        </p:txBody>
      </p:sp>
      <p:sp>
        <p:nvSpPr>
          <p:cNvPr id="343" name="Google Shape;343;p33"/>
          <p:cNvSpPr txBox="1">
            <a:spLocks noGrp="1"/>
          </p:cNvSpPr>
          <p:nvPr>
            <p:ph type="title" idx="16"/>
          </p:nvPr>
        </p:nvSpPr>
        <p:spPr>
          <a:xfrm>
            <a:off x="4129051" y="304758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44" name="Google Shape;344;p33"/>
          <p:cNvSpPr txBox="1">
            <a:spLocks noGrp="1"/>
          </p:cNvSpPr>
          <p:nvPr>
            <p:ph type="subTitle" idx="17"/>
          </p:nvPr>
        </p:nvSpPr>
        <p:spPr>
          <a:xfrm>
            <a:off x="3428101" y="3660691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</a:t>
            </a:r>
            <a:endParaRPr dirty="0"/>
          </a:p>
        </p:txBody>
      </p:sp>
      <p:sp>
        <p:nvSpPr>
          <p:cNvPr id="345" name="Google Shape;345;p33"/>
          <p:cNvSpPr txBox="1">
            <a:spLocks noGrp="1"/>
          </p:cNvSpPr>
          <p:nvPr>
            <p:ph type="subTitle" idx="18"/>
          </p:nvPr>
        </p:nvSpPr>
        <p:spPr>
          <a:xfrm>
            <a:off x="3428101" y="4032092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ADVANTAGES</a:t>
            </a:r>
            <a:endParaRPr dirty="0"/>
          </a:p>
        </p:txBody>
      </p:sp>
      <p:sp>
        <p:nvSpPr>
          <p:cNvPr id="346" name="Google Shape;346;p33"/>
          <p:cNvSpPr txBox="1">
            <a:spLocks noGrp="1"/>
          </p:cNvSpPr>
          <p:nvPr>
            <p:ph type="title" idx="19"/>
          </p:nvPr>
        </p:nvSpPr>
        <p:spPr>
          <a:xfrm>
            <a:off x="6829307" y="3047582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47" name="Google Shape;347;p33"/>
          <p:cNvSpPr txBox="1">
            <a:spLocks noGrp="1"/>
          </p:cNvSpPr>
          <p:nvPr>
            <p:ph type="subTitle" idx="20"/>
          </p:nvPr>
        </p:nvSpPr>
        <p:spPr>
          <a:xfrm>
            <a:off x="6128357" y="3660691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348" name="Google Shape;348;p33"/>
          <p:cNvSpPr txBox="1">
            <a:spLocks noGrp="1"/>
          </p:cNvSpPr>
          <p:nvPr>
            <p:ph type="subTitle" idx="21"/>
          </p:nvPr>
        </p:nvSpPr>
        <p:spPr>
          <a:xfrm>
            <a:off x="6128357" y="4032093"/>
            <a:ext cx="2287800" cy="64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/>
          <p:nvPr/>
        </p:nvSpPr>
        <p:spPr>
          <a:xfrm rot="5400000">
            <a:off x="2314750" y="2330025"/>
            <a:ext cx="656400" cy="2905800"/>
          </a:xfrm>
          <a:prstGeom prst="trapezoid">
            <a:avLst>
              <a:gd name="adj" fmla="val 11166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title"/>
          </p:nvPr>
        </p:nvSpPr>
        <p:spPr>
          <a:xfrm>
            <a:off x="1123300" y="2354895"/>
            <a:ext cx="3039300" cy="91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PROJECT</a:t>
            </a:r>
            <a:endParaRPr dirty="0"/>
          </a:p>
        </p:txBody>
      </p:sp>
      <p:sp>
        <p:nvSpPr>
          <p:cNvPr id="391" name="Google Shape;391;p35"/>
          <p:cNvSpPr txBox="1">
            <a:spLocks noGrp="1"/>
          </p:cNvSpPr>
          <p:nvPr>
            <p:ph type="title" idx="2"/>
          </p:nvPr>
        </p:nvSpPr>
        <p:spPr>
          <a:xfrm>
            <a:off x="1956400" y="884871"/>
            <a:ext cx="1373100" cy="11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subTitle" idx="1"/>
          </p:nvPr>
        </p:nvSpPr>
        <p:spPr>
          <a:xfrm>
            <a:off x="1290550" y="3525225"/>
            <a:ext cx="2704800" cy="5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INTRODUCTION</a:t>
            </a:r>
            <a:endParaRPr sz="2400" dirty="0"/>
          </a:p>
        </p:txBody>
      </p:sp>
      <p:grpSp>
        <p:nvGrpSpPr>
          <p:cNvPr id="393" name="Google Shape;393;p35"/>
          <p:cNvGrpSpPr/>
          <p:nvPr/>
        </p:nvGrpSpPr>
        <p:grpSpPr>
          <a:xfrm>
            <a:off x="5049689" y="1860058"/>
            <a:ext cx="2903362" cy="2517767"/>
            <a:chOff x="5049689" y="1350618"/>
            <a:chExt cx="2903362" cy="2517767"/>
          </a:xfrm>
        </p:grpSpPr>
        <p:sp>
          <p:nvSpPr>
            <p:cNvPr id="394" name="Google Shape;394;p35"/>
            <p:cNvSpPr/>
            <p:nvPr/>
          </p:nvSpPr>
          <p:spPr>
            <a:xfrm>
              <a:off x="5085970" y="3211985"/>
              <a:ext cx="2830800" cy="656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" name="Google Shape;395;p35"/>
            <p:cNvGrpSpPr/>
            <p:nvPr/>
          </p:nvGrpSpPr>
          <p:grpSpPr>
            <a:xfrm flipH="1">
              <a:off x="5049689" y="1350618"/>
              <a:ext cx="2903362" cy="2442254"/>
              <a:chOff x="5848150" y="2254400"/>
              <a:chExt cx="1106675" cy="930950"/>
            </a:xfrm>
          </p:grpSpPr>
          <p:sp>
            <p:nvSpPr>
              <p:cNvPr id="396" name="Google Shape;396;p35"/>
              <p:cNvSpPr/>
              <p:nvPr/>
            </p:nvSpPr>
            <p:spPr>
              <a:xfrm>
                <a:off x="6139475" y="2476700"/>
                <a:ext cx="814625" cy="514400"/>
              </a:xfrm>
              <a:custGeom>
                <a:avLst/>
                <a:gdLst/>
                <a:ahLst/>
                <a:cxnLst/>
                <a:rect l="l" t="t" r="r" b="b"/>
                <a:pathLst>
                  <a:path w="32585" h="20576" extrusionOk="0">
                    <a:moveTo>
                      <a:pt x="30636" y="1"/>
                    </a:moveTo>
                    <a:cubicBezTo>
                      <a:pt x="30636" y="1"/>
                      <a:pt x="27146" y="8913"/>
                      <a:pt x="25045" y="9929"/>
                    </a:cubicBezTo>
                    <a:cubicBezTo>
                      <a:pt x="23474" y="10671"/>
                      <a:pt x="15377" y="12400"/>
                      <a:pt x="10581" y="12400"/>
                    </a:cubicBezTo>
                    <a:cubicBezTo>
                      <a:pt x="8912" y="12400"/>
                      <a:pt x="7643" y="12191"/>
                      <a:pt x="7188" y="11657"/>
                    </a:cubicBezTo>
                    <a:cubicBezTo>
                      <a:pt x="5443" y="9607"/>
                      <a:pt x="5138" y="3542"/>
                      <a:pt x="3765" y="2576"/>
                    </a:cubicBezTo>
                    <a:cubicBezTo>
                      <a:pt x="3689" y="2523"/>
                      <a:pt x="3609" y="2498"/>
                      <a:pt x="3527" y="2498"/>
                    </a:cubicBezTo>
                    <a:cubicBezTo>
                      <a:pt x="2124" y="2498"/>
                      <a:pt x="0" y="9869"/>
                      <a:pt x="3393" y="16045"/>
                    </a:cubicBezTo>
                    <a:cubicBezTo>
                      <a:pt x="5175" y="19291"/>
                      <a:pt x="10013" y="20575"/>
                      <a:pt x="14958" y="20575"/>
                    </a:cubicBezTo>
                    <a:cubicBezTo>
                      <a:pt x="19977" y="20575"/>
                      <a:pt x="25105" y="19253"/>
                      <a:pt x="27264" y="17316"/>
                    </a:cubicBezTo>
                    <a:cubicBezTo>
                      <a:pt x="31534" y="13470"/>
                      <a:pt x="32584" y="5219"/>
                      <a:pt x="31805" y="1746"/>
                    </a:cubicBezTo>
                    <a:cubicBezTo>
                      <a:pt x="31619" y="1051"/>
                      <a:pt x="31212" y="441"/>
                      <a:pt x="306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5"/>
              <p:cNvSpPr/>
              <p:nvPr/>
            </p:nvSpPr>
            <p:spPr>
              <a:xfrm>
                <a:off x="5848150" y="2415725"/>
                <a:ext cx="721775" cy="578025"/>
              </a:xfrm>
              <a:custGeom>
                <a:avLst/>
                <a:gdLst/>
                <a:ahLst/>
                <a:cxnLst/>
                <a:rect l="l" t="t" r="r" b="b"/>
                <a:pathLst>
                  <a:path w="28871" h="23121" extrusionOk="0">
                    <a:moveTo>
                      <a:pt x="1051" y="0"/>
                    </a:moveTo>
                    <a:cubicBezTo>
                      <a:pt x="1051" y="0"/>
                      <a:pt x="1" y="2762"/>
                      <a:pt x="746" y="8302"/>
                    </a:cubicBezTo>
                    <a:cubicBezTo>
                      <a:pt x="1475" y="13893"/>
                      <a:pt x="4440" y="18484"/>
                      <a:pt x="13876" y="21229"/>
                    </a:cubicBezTo>
                    <a:cubicBezTo>
                      <a:pt x="19231" y="22784"/>
                      <a:pt x="23331" y="23121"/>
                      <a:pt x="25879" y="23121"/>
                    </a:cubicBezTo>
                    <a:cubicBezTo>
                      <a:pt x="27829" y="23121"/>
                      <a:pt x="28870" y="22923"/>
                      <a:pt x="28870" y="22923"/>
                    </a:cubicBezTo>
                    <a:lnTo>
                      <a:pt x="28870" y="22923"/>
                    </a:lnTo>
                    <a:cubicBezTo>
                      <a:pt x="28113" y="22982"/>
                      <a:pt x="27347" y="23013"/>
                      <a:pt x="26584" y="23013"/>
                    </a:cubicBezTo>
                    <a:cubicBezTo>
                      <a:pt x="21647" y="23013"/>
                      <a:pt x="16821" y="21727"/>
                      <a:pt x="15046" y="18484"/>
                    </a:cubicBezTo>
                    <a:cubicBezTo>
                      <a:pt x="11653" y="12308"/>
                      <a:pt x="13777" y="4937"/>
                      <a:pt x="15180" y="4937"/>
                    </a:cubicBezTo>
                    <a:cubicBezTo>
                      <a:pt x="15262" y="4937"/>
                      <a:pt x="15342" y="4962"/>
                      <a:pt x="15418" y="5015"/>
                    </a:cubicBezTo>
                    <a:cubicBezTo>
                      <a:pt x="15740" y="5252"/>
                      <a:pt x="16011" y="5744"/>
                      <a:pt x="16248" y="6421"/>
                    </a:cubicBezTo>
                    <a:cubicBezTo>
                      <a:pt x="16248" y="6421"/>
                      <a:pt x="15893" y="4710"/>
                      <a:pt x="15317" y="4490"/>
                    </a:cubicBezTo>
                    <a:cubicBezTo>
                      <a:pt x="15250" y="4466"/>
                      <a:pt x="15157" y="4456"/>
                      <a:pt x="15039" y="4456"/>
                    </a:cubicBezTo>
                    <a:cubicBezTo>
                      <a:pt x="14283" y="4456"/>
                      <a:pt x="12475" y="4869"/>
                      <a:pt x="9704" y="4869"/>
                    </a:cubicBezTo>
                    <a:cubicBezTo>
                      <a:pt x="9146" y="4869"/>
                      <a:pt x="8548" y="4852"/>
                      <a:pt x="7913" y="4812"/>
                    </a:cubicBezTo>
                    <a:cubicBezTo>
                      <a:pt x="3643" y="4541"/>
                      <a:pt x="1051" y="0"/>
                      <a:pt x="10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5"/>
              <p:cNvSpPr/>
              <p:nvPr/>
            </p:nvSpPr>
            <p:spPr>
              <a:xfrm>
                <a:off x="5873475" y="2254400"/>
                <a:ext cx="1081350" cy="533275"/>
              </a:xfrm>
              <a:custGeom>
                <a:avLst/>
                <a:gdLst/>
                <a:ahLst/>
                <a:cxnLst/>
                <a:rect l="l" t="t" r="r" b="b"/>
                <a:pathLst>
                  <a:path w="43254" h="21331" extrusionOk="0">
                    <a:moveTo>
                      <a:pt x="17019" y="1"/>
                    </a:moveTo>
                    <a:cubicBezTo>
                      <a:pt x="13736" y="1"/>
                      <a:pt x="9851" y="399"/>
                      <a:pt x="6777" y="782"/>
                    </a:cubicBezTo>
                    <a:cubicBezTo>
                      <a:pt x="1084" y="1493"/>
                      <a:pt x="0" y="6491"/>
                      <a:pt x="0" y="6491"/>
                    </a:cubicBezTo>
                    <a:cubicBezTo>
                      <a:pt x="0" y="6491"/>
                      <a:pt x="2592" y="11032"/>
                      <a:pt x="6862" y="11303"/>
                    </a:cubicBezTo>
                    <a:cubicBezTo>
                      <a:pt x="7474" y="11339"/>
                      <a:pt x="8051" y="11354"/>
                      <a:pt x="8590" y="11354"/>
                    </a:cubicBezTo>
                    <a:cubicBezTo>
                      <a:pt x="11385" y="11354"/>
                      <a:pt x="13204" y="10947"/>
                      <a:pt x="13976" y="10947"/>
                    </a:cubicBezTo>
                    <a:cubicBezTo>
                      <a:pt x="14099" y="10947"/>
                      <a:pt x="14196" y="10957"/>
                      <a:pt x="14266" y="10981"/>
                    </a:cubicBezTo>
                    <a:cubicBezTo>
                      <a:pt x="14842" y="11201"/>
                      <a:pt x="15180" y="12895"/>
                      <a:pt x="15197" y="12912"/>
                    </a:cubicBezTo>
                    <a:cubicBezTo>
                      <a:pt x="15960" y="15081"/>
                      <a:pt x="16468" y="19012"/>
                      <a:pt x="17790" y="20587"/>
                    </a:cubicBezTo>
                    <a:cubicBezTo>
                      <a:pt x="18240" y="21120"/>
                      <a:pt x="19505" y="21330"/>
                      <a:pt x="21172" y="21330"/>
                    </a:cubicBezTo>
                    <a:cubicBezTo>
                      <a:pt x="25965" y="21330"/>
                      <a:pt x="34075" y="19596"/>
                      <a:pt x="35647" y="18842"/>
                    </a:cubicBezTo>
                    <a:cubicBezTo>
                      <a:pt x="37748" y="17843"/>
                      <a:pt x="41238" y="8914"/>
                      <a:pt x="41238" y="8914"/>
                    </a:cubicBezTo>
                    <a:cubicBezTo>
                      <a:pt x="41814" y="9354"/>
                      <a:pt x="42221" y="9981"/>
                      <a:pt x="42407" y="10659"/>
                    </a:cubicBezTo>
                    <a:cubicBezTo>
                      <a:pt x="42525" y="11286"/>
                      <a:pt x="42610" y="11913"/>
                      <a:pt x="42627" y="12540"/>
                    </a:cubicBezTo>
                    <a:cubicBezTo>
                      <a:pt x="42644" y="12438"/>
                      <a:pt x="42644" y="12387"/>
                      <a:pt x="42644" y="12387"/>
                    </a:cubicBezTo>
                    <a:cubicBezTo>
                      <a:pt x="42644" y="12387"/>
                      <a:pt x="43254" y="9168"/>
                      <a:pt x="41560" y="8524"/>
                    </a:cubicBezTo>
                    <a:cubicBezTo>
                      <a:pt x="41357" y="8445"/>
                      <a:pt x="41130" y="8411"/>
                      <a:pt x="40879" y="8411"/>
                    </a:cubicBezTo>
                    <a:cubicBezTo>
                      <a:pt x="39340" y="8411"/>
                      <a:pt x="36914" y="9685"/>
                      <a:pt x="33893" y="9685"/>
                    </a:cubicBezTo>
                    <a:cubicBezTo>
                      <a:pt x="33282" y="9685"/>
                      <a:pt x="32645" y="9633"/>
                      <a:pt x="31987" y="9507"/>
                    </a:cubicBezTo>
                    <a:cubicBezTo>
                      <a:pt x="27548" y="8660"/>
                      <a:pt x="25498" y="2967"/>
                      <a:pt x="23245" y="1137"/>
                    </a:cubicBezTo>
                    <a:cubicBezTo>
                      <a:pt x="22205" y="293"/>
                      <a:pt x="19833" y="1"/>
                      <a:pt x="1701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5"/>
              <p:cNvSpPr/>
              <p:nvPr/>
            </p:nvSpPr>
            <p:spPr>
              <a:xfrm>
                <a:off x="6278800" y="2644600"/>
                <a:ext cx="485850" cy="143875"/>
              </a:xfrm>
              <a:custGeom>
                <a:avLst/>
                <a:gdLst/>
                <a:ahLst/>
                <a:cxnLst/>
                <a:rect l="l" t="t" r="r" b="b"/>
                <a:pathLst>
                  <a:path w="19434" h="5755" extrusionOk="0">
                    <a:moveTo>
                      <a:pt x="8571" y="0"/>
                    </a:moveTo>
                    <a:cubicBezTo>
                      <a:pt x="8443" y="0"/>
                      <a:pt x="8314" y="1"/>
                      <a:pt x="8184" y="2"/>
                    </a:cubicBezTo>
                    <a:cubicBezTo>
                      <a:pt x="5609" y="19"/>
                      <a:pt x="1" y="1137"/>
                      <a:pt x="1" y="1137"/>
                    </a:cubicBezTo>
                    <a:cubicBezTo>
                      <a:pt x="1" y="1137"/>
                      <a:pt x="916" y="3916"/>
                      <a:pt x="1441" y="4831"/>
                    </a:cubicBezTo>
                    <a:cubicBezTo>
                      <a:pt x="1808" y="5491"/>
                      <a:pt x="2069" y="5754"/>
                      <a:pt x="4132" y="5754"/>
                    </a:cubicBezTo>
                    <a:cubicBezTo>
                      <a:pt x="4929" y="5754"/>
                      <a:pt x="5995" y="5715"/>
                      <a:pt x="7439" y="5644"/>
                    </a:cubicBezTo>
                    <a:cubicBezTo>
                      <a:pt x="12623" y="5373"/>
                      <a:pt x="19434" y="3272"/>
                      <a:pt x="19434" y="3272"/>
                    </a:cubicBezTo>
                    <a:cubicBezTo>
                      <a:pt x="19434" y="3272"/>
                      <a:pt x="19366" y="2594"/>
                      <a:pt x="17587" y="1527"/>
                    </a:cubicBezTo>
                    <a:cubicBezTo>
                      <a:pt x="16645" y="965"/>
                      <a:pt x="13624" y="0"/>
                      <a:pt x="85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5"/>
              <p:cNvSpPr/>
              <p:nvPr/>
            </p:nvSpPr>
            <p:spPr>
              <a:xfrm>
                <a:off x="6273825" y="2970575"/>
                <a:ext cx="69925" cy="214775"/>
              </a:xfrm>
              <a:custGeom>
                <a:avLst/>
                <a:gdLst/>
                <a:ahLst/>
                <a:cxnLst/>
                <a:rect l="l" t="t" r="r" b="b"/>
                <a:pathLst>
                  <a:path w="2797" h="8591" extrusionOk="0">
                    <a:moveTo>
                      <a:pt x="662" y="1"/>
                    </a:moveTo>
                    <a:lnTo>
                      <a:pt x="1" y="8590"/>
                    </a:lnTo>
                    <a:lnTo>
                      <a:pt x="577" y="8590"/>
                    </a:lnTo>
                    <a:lnTo>
                      <a:pt x="2796" y="407"/>
                    </a:lnTo>
                    <a:lnTo>
                      <a:pt x="66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5"/>
              <p:cNvSpPr/>
              <p:nvPr/>
            </p:nvSpPr>
            <p:spPr>
              <a:xfrm>
                <a:off x="5973525" y="2893500"/>
                <a:ext cx="126250" cy="153350"/>
              </a:xfrm>
              <a:custGeom>
                <a:avLst/>
                <a:gdLst/>
                <a:ahLst/>
                <a:cxnLst/>
                <a:rect l="l" t="t" r="r" b="b"/>
                <a:pathLst>
                  <a:path w="5050" h="6134" extrusionOk="0">
                    <a:moveTo>
                      <a:pt x="3423" y="0"/>
                    </a:moveTo>
                    <a:lnTo>
                      <a:pt x="1" y="6133"/>
                    </a:lnTo>
                    <a:lnTo>
                      <a:pt x="492" y="6133"/>
                    </a:lnTo>
                    <a:lnTo>
                      <a:pt x="5049" y="762"/>
                    </a:lnTo>
                    <a:lnTo>
                      <a:pt x="342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5"/>
              <p:cNvSpPr/>
              <p:nvPr/>
            </p:nvSpPr>
            <p:spPr>
              <a:xfrm>
                <a:off x="6732550" y="2939650"/>
                <a:ext cx="110575" cy="155900"/>
              </a:xfrm>
              <a:custGeom>
                <a:avLst/>
                <a:gdLst/>
                <a:ahLst/>
                <a:cxnLst/>
                <a:rect l="l" t="t" r="r" b="b"/>
                <a:pathLst>
                  <a:path w="4423" h="6236" extrusionOk="0">
                    <a:moveTo>
                      <a:pt x="1661" y="1"/>
                    </a:moveTo>
                    <a:lnTo>
                      <a:pt x="0" y="695"/>
                    </a:lnTo>
                    <a:lnTo>
                      <a:pt x="4067" y="6236"/>
                    </a:lnTo>
                    <a:lnTo>
                      <a:pt x="4422" y="6236"/>
                    </a:lnTo>
                    <a:lnTo>
                      <a:pt x="166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03" name="Google Shape;403;p35"/>
          <p:cNvSpPr/>
          <p:nvPr/>
        </p:nvSpPr>
        <p:spPr>
          <a:xfrm>
            <a:off x="2155513" y="940320"/>
            <a:ext cx="858288" cy="9195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ebas Neue"/>
              </a:rPr>
              <a:t>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"/>
          <p:cNvSpPr/>
          <p:nvPr/>
        </p:nvSpPr>
        <p:spPr>
          <a:xfrm>
            <a:off x="1227225" y="3454902"/>
            <a:ext cx="2830800" cy="472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subTitle" idx="1"/>
          </p:nvPr>
        </p:nvSpPr>
        <p:spPr>
          <a:xfrm>
            <a:off x="4571243" y="2146477"/>
            <a:ext cx="3333600" cy="14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000" dirty="0"/>
              <a:t>EverWatch is a movie streaming platform database designed to provide users with a seamless and personalized entertainment experience. </a:t>
            </a:r>
            <a:endParaRPr sz="2000" dirty="0"/>
          </a:p>
        </p:txBody>
      </p:sp>
      <p:sp>
        <p:nvSpPr>
          <p:cNvPr id="355" name="Google Shape;355;p34"/>
          <p:cNvSpPr txBox="1">
            <a:spLocks noGrp="1"/>
          </p:cNvSpPr>
          <p:nvPr>
            <p:ph type="title"/>
          </p:nvPr>
        </p:nvSpPr>
        <p:spPr>
          <a:xfrm>
            <a:off x="4571243" y="1315128"/>
            <a:ext cx="3333600" cy="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EVERWATCH</a:t>
            </a:r>
            <a:endParaRPr dirty="0"/>
          </a:p>
        </p:txBody>
      </p:sp>
      <p:grpSp>
        <p:nvGrpSpPr>
          <p:cNvPr id="356" name="Google Shape;356;p34"/>
          <p:cNvGrpSpPr/>
          <p:nvPr/>
        </p:nvGrpSpPr>
        <p:grpSpPr>
          <a:xfrm>
            <a:off x="1261194" y="1216398"/>
            <a:ext cx="2762860" cy="2581707"/>
            <a:chOff x="5345275" y="1494513"/>
            <a:chExt cx="2305650" cy="2154475"/>
          </a:xfrm>
        </p:grpSpPr>
        <p:grpSp>
          <p:nvGrpSpPr>
            <p:cNvPr id="357" name="Google Shape;357;p34"/>
            <p:cNvGrpSpPr/>
            <p:nvPr/>
          </p:nvGrpSpPr>
          <p:grpSpPr>
            <a:xfrm>
              <a:off x="5482656" y="1650201"/>
              <a:ext cx="1776478" cy="1460526"/>
              <a:chOff x="4854725" y="758275"/>
              <a:chExt cx="2143175" cy="1654800"/>
            </a:xfrm>
          </p:grpSpPr>
          <p:sp>
            <p:nvSpPr>
              <p:cNvPr id="358" name="Google Shape;358;p34"/>
              <p:cNvSpPr/>
              <p:nvPr/>
            </p:nvSpPr>
            <p:spPr>
              <a:xfrm>
                <a:off x="4854725" y="758275"/>
                <a:ext cx="276300" cy="165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4"/>
              <p:cNvSpPr/>
              <p:nvPr/>
            </p:nvSpPr>
            <p:spPr>
              <a:xfrm>
                <a:off x="5121421" y="758275"/>
                <a:ext cx="276300" cy="165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4"/>
              <p:cNvSpPr/>
              <p:nvPr/>
            </p:nvSpPr>
            <p:spPr>
              <a:xfrm>
                <a:off x="5388118" y="758275"/>
                <a:ext cx="276300" cy="165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4"/>
              <p:cNvSpPr/>
              <p:nvPr/>
            </p:nvSpPr>
            <p:spPr>
              <a:xfrm>
                <a:off x="5654814" y="758275"/>
                <a:ext cx="276300" cy="165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4"/>
              <p:cNvSpPr/>
              <p:nvPr/>
            </p:nvSpPr>
            <p:spPr>
              <a:xfrm>
                <a:off x="5921511" y="758275"/>
                <a:ext cx="276300" cy="165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4"/>
              <p:cNvSpPr/>
              <p:nvPr/>
            </p:nvSpPr>
            <p:spPr>
              <a:xfrm>
                <a:off x="6188207" y="758275"/>
                <a:ext cx="276300" cy="165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4"/>
              <p:cNvSpPr/>
              <p:nvPr/>
            </p:nvSpPr>
            <p:spPr>
              <a:xfrm>
                <a:off x="6454904" y="758275"/>
                <a:ext cx="276300" cy="1654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4"/>
              <p:cNvSpPr/>
              <p:nvPr/>
            </p:nvSpPr>
            <p:spPr>
              <a:xfrm>
                <a:off x="6721600" y="758275"/>
                <a:ext cx="276300" cy="165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6" name="Google Shape;366;p34"/>
            <p:cNvGrpSpPr/>
            <p:nvPr/>
          </p:nvGrpSpPr>
          <p:grpSpPr>
            <a:xfrm>
              <a:off x="5345275" y="1494513"/>
              <a:ext cx="2305650" cy="2154475"/>
              <a:chOff x="3802700" y="3242450"/>
              <a:chExt cx="2305650" cy="2154475"/>
            </a:xfrm>
          </p:grpSpPr>
          <p:sp>
            <p:nvSpPr>
              <p:cNvPr id="367" name="Google Shape;367;p34"/>
              <p:cNvSpPr/>
              <p:nvPr/>
            </p:nvSpPr>
            <p:spPr>
              <a:xfrm>
                <a:off x="4140650" y="4849375"/>
                <a:ext cx="205500" cy="547550"/>
              </a:xfrm>
              <a:custGeom>
                <a:avLst/>
                <a:gdLst/>
                <a:ahLst/>
                <a:cxnLst/>
                <a:rect l="l" t="t" r="r" b="b"/>
                <a:pathLst>
                  <a:path w="8220" h="21902" extrusionOk="0">
                    <a:moveTo>
                      <a:pt x="2639" y="1"/>
                    </a:moveTo>
                    <a:lnTo>
                      <a:pt x="1" y="21901"/>
                    </a:lnTo>
                    <a:lnTo>
                      <a:pt x="1962" y="21901"/>
                    </a:lnTo>
                    <a:lnTo>
                      <a:pt x="82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4"/>
              <p:cNvSpPr/>
              <p:nvPr/>
            </p:nvSpPr>
            <p:spPr>
              <a:xfrm>
                <a:off x="4448275" y="4856975"/>
                <a:ext cx="115600" cy="313475"/>
              </a:xfrm>
              <a:custGeom>
                <a:avLst/>
                <a:gdLst/>
                <a:ahLst/>
                <a:cxnLst/>
                <a:rect l="l" t="t" r="r" b="b"/>
                <a:pathLst>
                  <a:path w="4624" h="12539" extrusionOk="0">
                    <a:moveTo>
                      <a:pt x="1495" y="0"/>
                    </a:moveTo>
                    <a:lnTo>
                      <a:pt x="0" y="12538"/>
                    </a:lnTo>
                    <a:lnTo>
                      <a:pt x="1098" y="12538"/>
                    </a:lnTo>
                    <a:lnTo>
                      <a:pt x="462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4"/>
              <p:cNvSpPr/>
              <p:nvPr/>
            </p:nvSpPr>
            <p:spPr>
              <a:xfrm>
                <a:off x="5477350" y="4856975"/>
                <a:ext cx="116175" cy="313475"/>
              </a:xfrm>
              <a:custGeom>
                <a:avLst/>
                <a:gdLst/>
                <a:ahLst/>
                <a:cxnLst/>
                <a:rect l="l" t="t" r="r" b="b"/>
                <a:pathLst>
                  <a:path w="4647" h="12539" extrusionOk="0">
                    <a:moveTo>
                      <a:pt x="0" y="0"/>
                    </a:moveTo>
                    <a:lnTo>
                      <a:pt x="3549" y="12538"/>
                    </a:lnTo>
                    <a:lnTo>
                      <a:pt x="4646" y="12538"/>
                    </a:lnTo>
                    <a:lnTo>
                      <a:pt x="31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4"/>
              <p:cNvSpPr/>
              <p:nvPr/>
            </p:nvSpPr>
            <p:spPr>
              <a:xfrm>
                <a:off x="5644875" y="4849375"/>
                <a:ext cx="205475" cy="547550"/>
              </a:xfrm>
              <a:custGeom>
                <a:avLst/>
                <a:gdLst/>
                <a:ahLst/>
                <a:cxnLst/>
                <a:rect l="l" t="t" r="r" b="b"/>
                <a:pathLst>
                  <a:path w="8219" h="21902" extrusionOk="0">
                    <a:moveTo>
                      <a:pt x="0" y="1"/>
                    </a:moveTo>
                    <a:lnTo>
                      <a:pt x="6281" y="21901"/>
                    </a:lnTo>
                    <a:lnTo>
                      <a:pt x="8219" y="21901"/>
                    </a:lnTo>
                    <a:lnTo>
                      <a:pt x="55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4"/>
              <p:cNvSpPr/>
              <p:nvPr/>
            </p:nvSpPr>
            <p:spPr>
              <a:xfrm>
                <a:off x="3802700" y="3242450"/>
                <a:ext cx="2305650" cy="1733025"/>
              </a:xfrm>
              <a:custGeom>
                <a:avLst/>
                <a:gdLst/>
                <a:ahLst/>
                <a:cxnLst/>
                <a:rect l="l" t="t" r="r" b="b"/>
                <a:pathLst>
                  <a:path w="92226" h="69321" extrusionOk="0">
                    <a:moveTo>
                      <a:pt x="75602" y="6818"/>
                    </a:moveTo>
                    <a:lnTo>
                      <a:pt x="75602" y="62597"/>
                    </a:lnTo>
                    <a:lnTo>
                      <a:pt x="6724" y="61453"/>
                    </a:lnTo>
                    <a:lnTo>
                      <a:pt x="6724" y="9083"/>
                    </a:lnTo>
                    <a:lnTo>
                      <a:pt x="75602" y="6818"/>
                    </a:lnTo>
                    <a:close/>
                    <a:moveTo>
                      <a:pt x="92225" y="0"/>
                    </a:moveTo>
                    <a:lnTo>
                      <a:pt x="0" y="2638"/>
                    </a:lnTo>
                    <a:lnTo>
                      <a:pt x="0" y="67990"/>
                    </a:lnTo>
                    <a:lnTo>
                      <a:pt x="92225" y="69321"/>
                    </a:lnTo>
                    <a:lnTo>
                      <a:pt x="9222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4"/>
              <p:cNvSpPr/>
              <p:nvPr/>
            </p:nvSpPr>
            <p:spPr>
              <a:xfrm>
                <a:off x="5783775" y="3504975"/>
                <a:ext cx="235850" cy="213925"/>
              </a:xfrm>
              <a:custGeom>
                <a:avLst/>
                <a:gdLst/>
                <a:ahLst/>
                <a:cxnLst/>
                <a:rect l="l" t="t" r="r" b="b"/>
                <a:pathLst>
                  <a:path w="9434" h="8557" extrusionOk="0">
                    <a:moveTo>
                      <a:pt x="4706" y="1"/>
                    </a:moveTo>
                    <a:cubicBezTo>
                      <a:pt x="2768" y="1"/>
                      <a:pt x="1019" y="1327"/>
                      <a:pt x="561" y="3298"/>
                    </a:cubicBezTo>
                    <a:cubicBezTo>
                      <a:pt x="1" y="5586"/>
                      <a:pt x="1425" y="7898"/>
                      <a:pt x="3737" y="8435"/>
                    </a:cubicBezTo>
                    <a:cubicBezTo>
                      <a:pt x="4073" y="8517"/>
                      <a:pt x="4411" y="8556"/>
                      <a:pt x="4743" y="8556"/>
                    </a:cubicBezTo>
                    <a:cubicBezTo>
                      <a:pt x="6667" y="8556"/>
                      <a:pt x="8419" y="7230"/>
                      <a:pt x="8897" y="5259"/>
                    </a:cubicBezTo>
                    <a:cubicBezTo>
                      <a:pt x="9434" y="2971"/>
                      <a:pt x="8009" y="660"/>
                      <a:pt x="5721" y="123"/>
                    </a:cubicBezTo>
                    <a:cubicBezTo>
                      <a:pt x="5381" y="40"/>
                      <a:pt x="5041" y="1"/>
                      <a:pt x="47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4"/>
              <p:cNvSpPr/>
              <p:nvPr/>
            </p:nvSpPr>
            <p:spPr>
              <a:xfrm>
                <a:off x="5783775" y="3855200"/>
                <a:ext cx="235850" cy="213925"/>
              </a:xfrm>
              <a:custGeom>
                <a:avLst/>
                <a:gdLst/>
                <a:ahLst/>
                <a:cxnLst/>
                <a:rect l="l" t="t" r="r" b="b"/>
                <a:pathLst>
                  <a:path w="9434" h="8557" extrusionOk="0">
                    <a:moveTo>
                      <a:pt x="4706" y="1"/>
                    </a:moveTo>
                    <a:cubicBezTo>
                      <a:pt x="2768" y="1"/>
                      <a:pt x="1019" y="1327"/>
                      <a:pt x="561" y="3298"/>
                    </a:cubicBezTo>
                    <a:cubicBezTo>
                      <a:pt x="1" y="5586"/>
                      <a:pt x="1425" y="7897"/>
                      <a:pt x="3737" y="8434"/>
                    </a:cubicBezTo>
                    <a:cubicBezTo>
                      <a:pt x="4073" y="8517"/>
                      <a:pt x="4411" y="8556"/>
                      <a:pt x="4743" y="8556"/>
                    </a:cubicBezTo>
                    <a:cubicBezTo>
                      <a:pt x="6667" y="8556"/>
                      <a:pt x="8419" y="7230"/>
                      <a:pt x="8897" y="5259"/>
                    </a:cubicBezTo>
                    <a:cubicBezTo>
                      <a:pt x="9434" y="2971"/>
                      <a:pt x="8009" y="659"/>
                      <a:pt x="5721" y="122"/>
                    </a:cubicBezTo>
                    <a:cubicBezTo>
                      <a:pt x="5381" y="40"/>
                      <a:pt x="5041" y="1"/>
                      <a:pt x="47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4"/>
              <p:cNvSpPr/>
              <p:nvPr/>
            </p:nvSpPr>
            <p:spPr>
              <a:xfrm>
                <a:off x="5874850" y="3521450"/>
                <a:ext cx="51375" cy="175150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7006" extrusionOk="0">
                    <a:moveTo>
                      <a:pt x="1028" y="1"/>
                    </a:moveTo>
                    <a:cubicBezTo>
                      <a:pt x="467" y="1"/>
                      <a:pt x="0" y="468"/>
                      <a:pt x="0" y="1028"/>
                    </a:cubicBezTo>
                    <a:lnTo>
                      <a:pt x="0" y="5978"/>
                    </a:lnTo>
                    <a:cubicBezTo>
                      <a:pt x="0" y="6538"/>
                      <a:pt x="467" y="7005"/>
                      <a:pt x="1028" y="7005"/>
                    </a:cubicBezTo>
                    <a:cubicBezTo>
                      <a:pt x="1588" y="7005"/>
                      <a:pt x="2055" y="6538"/>
                      <a:pt x="2055" y="5978"/>
                    </a:cubicBezTo>
                    <a:lnTo>
                      <a:pt x="2055" y="1028"/>
                    </a:lnTo>
                    <a:cubicBezTo>
                      <a:pt x="2055" y="468"/>
                      <a:pt x="1588" y="1"/>
                      <a:pt x="10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4"/>
              <p:cNvSpPr/>
              <p:nvPr/>
            </p:nvSpPr>
            <p:spPr>
              <a:xfrm>
                <a:off x="5874850" y="3871675"/>
                <a:ext cx="51375" cy="175125"/>
              </a:xfrm>
              <a:custGeom>
                <a:avLst/>
                <a:gdLst/>
                <a:ahLst/>
                <a:cxnLst/>
                <a:rect l="l" t="t" r="r" b="b"/>
                <a:pathLst>
                  <a:path w="2055" h="7005" extrusionOk="0">
                    <a:moveTo>
                      <a:pt x="1028" y="0"/>
                    </a:moveTo>
                    <a:cubicBezTo>
                      <a:pt x="467" y="0"/>
                      <a:pt x="0" y="467"/>
                      <a:pt x="0" y="1028"/>
                    </a:cubicBezTo>
                    <a:lnTo>
                      <a:pt x="0" y="5978"/>
                    </a:lnTo>
                    <a:cubicBezTo>
                      <a:pt x="0" y="6538"/>
                      <a:pt x="467" y="7005"/>
                      <a:pt x="1028" y="7005"/>
                    </a:cubicBezTo>
                    <a:cubicBezTo>
                      <a:pt x="1588" y="7005"/>
                      <a:pt x="2055" y="6538"/>
                      <a:pt x="2055" y="5978"/>
                    </a:cubicBezTo>
                    <a:lnTo>
                      <a:pt x="2055" y="1028"/>
                    </a:lnTo>
                    <a:cubicBezTo>
                      <a:pt x="2055" y="467"/>
                      <a:pt x="1588" y="0"/>
                      <a:pt x="10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4"/>
              <p:cNvSpPr/>
              <p:nvPr/>
            </p:nvSpPr>
            <p:spPr>
              <a:xfrm>
                <a:off x="5772700" y="4251075"/>
                <a:ext cx="109750" cy="95175"/>
              </a:xfrm>
              <a:custGeom>
                <a:avLst/>
                <a:gdLst/>
                <a:ahLst/>
                <a:cxnLst/>
                <a:rect l="l" t="t" r="r" b="b"/>
                <a:pathLst>
                  <a:path w="4390" h="3807" extrusionOk="0">
                    <a:moveTo>
                      <a:pt x="257" y="1"/>
                    </a:moveTo>
                    <a:cubicBezTo>
                      <a:pt x="117" y="1"/>
                      <a:pt x="0" y="118"/>
                      <a:pt x="0" y="258"/>
                    </a:cubicBezTo>
                    <a:lnTo>
                      <a:pt x="0" y="3526"/>
                    </a:lnTo>
                    <a:cubicBezTo>
                      <a:pt x="0" y="3690"/>
                      <a:pt x="117" y="3807"/>
                      <a:pt x="257" y="3807"/>
                    </a:cubicBezTo>
                    <a:lnTo>
                      <a:pt x="4110" y="3807"/>
                    </a:lnTo>
                    <a:cubicBezTo>
                      <a:pt x="4273" y="3807"/>
                      <a:pt x="4390" y="3690"/>
                      <a:pt x="4390" y="3526"/>
                    </a:cubicBezTo>
                    <a:lnTo>
                      <a:pt x="4390" y="258"/>
                    </a:lnTo>
                    <a:cubicBezTo>
                      <a:pt x="4390" y="118"/>
                      <a:pt x="4273" y="1"/>
                      <a:pt x="41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4"/>
              <p:cNvSpPr/>
              <p:nvPr/>
            </p:nvSpPr>
            <p:spPr>
              <a:xfrm>
                <a:off x="5918625" y="4251075"/>
                <a:ext cx="109750" cy="95175"/>
              </a:xfrm>
              <a:custGeom>
                <a:avLst/>
                <a:gdLst/>
                <a:ahLst/>
                <a:cxnLst/>
                <a:rect l="l" t="t" r="r" b="b"/>
                <a:pathLst>
                  <a:path w="4390" h="3807" extrusionOk="0">
                    <a:moveTo>
                      <a:pt x="257" y="1"/>
                    </a:moveTo>
                    <a:cubicBezTo>
                      <a:pt x="117" y="1"/>
                      <a:pt x="0" y="118"/>
                      <a:pt x="0" y="258"/>
                    </a:cubicBezTo>
                    <a:lnTo>
                      <a:pt x="0" y="3526"/>
                    </a:lnTo>
                    <a:cubicBezTo>
                      <a:pt x="0" y="3690"/>
                      <a:pt x="117" y="3807"/>
                      <a:pt x="257" y="3807"/>
                    </a:cubicBezTo>
                    <a:lnTo>
                      <a:pt x="4110" y="3807"/>
                    </a:lnTo>
                    <a:cubicBezTo>
                      <a:pt x="4273" y="3807"/>
                      <a:pt x="4390" y="3690"/>
                      <a:pt x="4390" y="3526"/>
                    </a:cubicBezTo>
                    <a:lnTo>
                      <a:pt x="4390" y="258"/>
                    </a:lnTo>
                    <a:cubicBezTo>
                      <a:pt x="4390" y="118"/>
                      <a:pt x="4273" y="1"/>
                      <a:pt x="41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4"/>
              <p:cNvSpPr/>
              <p:nvPr/>
            </p:nvSpPr>
            <p:spPr>
              <a:xfrm>
                <a:off x="5772700" y="4390000"/>
                <a:ext cx="10975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4390" h="3784" extrusionOk="0">
                    <a:moveTo>
                      <a:pt x="257" y="1"/>
                    </a:moveTo>
                    <a:cubicBezTo>
                      <a:pt x="117" y="1"/>
                      <a:pt x="0" y="94"/>
                      <a:pt x="0" y="258"/>
                    </a:cubicBezTo>
                    <a:lnTo>
                      <a:pt x="0" y="3526"/>
                    </a:lnTo>
                    <a:cubicBezTo>
                      <a:pt x="0" y="3666"/>
                      <a:pt x="117" y="3783"/>
                      <a:pt x="257" y="3783"/>
                    </a:cubicBezTo>
                    <a:lnTo>
                      <a:pt x="4110" y="3783"/>
                    </a:lnTo>
                    <a:cubicBezTo>
                      <a:pt x="4273" y="3783"/>
                      <a:pt x="4390" y="3666"/>
                      <a:pt x="4390" y="3526"/>
                    </a:cubicBezTo>
                    <a:lnTo>
                      <a:pt x="4390" y="258"/>
                    </a:lnTo>
                    <a:cubicBezTo>
                      <a:pt x="4390" y="94"/>
                      <a:pt x="4273" y="1"/>
                      <a:pt x="41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4"/>
              <p:cNvSpPr/>
              <p:nvPr/>
            </p:nvSpPr>
            <p:spPr>
              <a:xfrm>
                <a:off x="5918625" y="4390000"/>
                <a:ext cx="10975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4390" h="3784" extrusionOk="0">
                    <a:moveTo>
                      <a:pt x="257" y="1"/>
                    </a:moveTo>
                    <a:cubicBezTo>
                      <a:pt x="117" y="1"/>
                      <a:pt x="0" y="94"/>
                      <a:pt x="0" y="258"/>
                    </a:cubicBezTo>
                    <a:lnTo>
                      <a:pt x="0" y="3526"/>
                    </a:lnTo>
                    <a:cubicBezTo>
                      <a:pt x="0" y="3666"/>
                      <a:pt x="117" y="3783"/>
                      <a:pt x="257" y="3783"/>
                    </a:cubicBezTo>
                    <a:lnTo>
                      <a:pt x="4110" y="3783"/>
                    </a:lnTo>
                    <a:cubicBezTo>
                      <a:pt x="4273" y="3783"/>
                      <a:pt x="4390" y="3666"/>
                      <a:pt x="4390" y="3526"/>
                    </a:cubicBezTo>
                    <a:lnTo>
                      <a:pt x="4390" y="258"/>
                    </a:lnTo>
                    <a:cubicBezTo>
                      <a:pt x="4390" y="94"/>
                      <a:pt x="4273" y="1"/>
                      <a:pt x="41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4"/>
              <p:cNvSpPr/>
              <p:nvPr/>
            </p:nvSpPr>
            <p:spPr>
              <a:xfrm>
                <a:off x="5772700" y="4535925"/>
                <a:ext cx="10975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4390" h="3784" extrusionOk="0">
                    <a:moveTo>
                      <a:pt x="257" y="1"/>
                    </a:moveTo>
                    <a:cubicBezTo>
                      <a:pt x="117" y="1"/>
                      <a:pt x="0" y="94"/>
                      <a:pt x="0" y="258"/>
                    </a:cubicBezTo>
                    <a:lnTo>
                      <a:pt x="0" y="3526"/>
                    </a:lnTo>
                    <a:cubicBezTo>
                      <a:pt x="0" y="3666"/>
                      <a:pt x="117" y="3783"/>
                      <a:pt x="257" y="3783"/>
                    </a:cubicBezTo>
                    <a:lnTo>
                      <a:pt x="4110" y="3783"/>
                    </a:lnTo>
                    <a:cubicBezTo>
                      <a:pt x="4273" y="3783"/>
                      <a:pt x="4390" y="3666"/>
                      <a:pt x="4390" y="3526"/>
                    </a:cubicBezTo>
                    <a:lnTo>
                      <a:pt x="4390" y="258"/>
                    </a:lnTo>
                    <a:cubicBezTo>
                      <a:pt x="4390" y="94"/>
                      <a:pt x="4273" y="1"/>
                      <a:pt x="41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4"/>
              <p:cNvSpPr/>
              <p:nvPr/>
            </p:nvSpPr>
            <p:spPr>
              <a:xfrm>
                <a:off x="5918625" y="4535925"/>
                <a:ext cx="10975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4390" h="3784" extrusionOk="0">
                    <a:moveTo>
                      <a:pt x="257" y="1"/>
                    </a:moveTo>
                    <a:cubicBezTo>
                      <a:pt x="117" y="1"/>
                      <a:pt x="0" y="94"/>
                      <a:pt x="0" y="258"/>
                    </a:cubicBezTo>
                    <a:lnTo>
                      <a:pt x="0" y="3526"/>
                    </a:lnTo>
                    <a:cubicBezTo>
                      <a:pt x="0" y="3666"/>
                      <a:pt x="117" y="3783"/>
                      <a:pt x="257" y="3783"/>
                    </a:cubicBezTo>
                    <a:lnTo>
                      <a:pt x="4110" y="3783"/>
                    </a:lnTo>
                    <a:cubicBezTo>
                      <a:pt x="4273" y="3783"/>
                      <a:pt x="4390" y="3666"/>
                      <a:pt x="4390" y="3526"/>
                    </a:cubicBezTo>
                    <a:lnTo>
                      <a:pt x="4390" y="258"/>
                    </a:lnTo>
                    <a:cubicBezTo>
                      <a:pt x="4390" y="94"/>
                      <a:pt x="4273" y="1"/>
                      <a:pt x="411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4"/>
              <p:cNvSpPr/>
              <p:nvPr/>
            </p:nvSpPr>
            <p:spPr>
              <a:xfrm>
                <a:off x="5772700" y="4674275"/>
                <a:ext cx="109750" cy="95150"/>
              </a:xfrm>
              <a:custGeom>
                <a:avLst/>
                <a:gdLst/>
                <a:ahLst/>
                <a:cxnLst/>
                <a:rect l="l" t="t" r="r" b="b"/>
                <a:pathLst>
                  <a:path w="4390" h="3806" extrusionOk="0">
                    <a:moveTo>
                      <a:pt x="257" y="0"/>
                    </a:moveTo>
                    <a:cubicBezTo>
                      <a:pt x="117" y="0"/>
                      <a:pt x="0" y="117"/>
                      <a:pt x="0" y="257"/>
                    </a:cubicBezTo>
                    <a:lnTo>
                      <a:pt x="0" y="3526"/>
                    </a:lnTo>
                    <a:cubicBezTo>
                      <a:pt x="0" y="3689"/>
                      <a:pt x="117" y="3806"/>
                      <a:pt x="257" y="3806"/>
                    </a:cubicBezTo>
                    <a:lnTo>
                      <a:pt x="4110" y="3806"/>
                    </a:lnTo>
                    <a:cubicBezTo>
                      <a:pt x="4273" y="3806"/>
                      <a:pt x="4390" y="3689"/>
                      <a:pt x="4390" y="3526"/>
                    </a:cubicBezTo>
                    <a:lnTo>
                      <a:pt x="4390" y="257"/>
                    </a:lnTo>
                    <a:cubicBezTo>
                      <a:pt x="4390" y="117"/>
                      <a:pt x="4273" y="0"/>
                      <a:pt x="4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4"/>
              <p:cNvSpPr/>
              <p:nvPr/>
            </p:nvSpPr>
            <p:spPr>
              <a:xfrm>
                <a:off x="5918625" y="4674275"/>
                <a:ext cx="109750" cy="95150"/>
              </a:xfrm>
              <a:custGeom>
                <a:avLst/>
                <a:gdLst/>
                <a:ahLst/>
                <a:cxnLst/>
                <a:rect l="l" t="t" r="r" b="b"/>
                <a:pathLst>
                  <a:path w="4390" h="3806" extrusionOk="0">
                    <a:moveTo>
                      <a:pt x="257" y="0"/>
                    </a:moveTo>
                    <a:cubicBezTo>
                      <a:pt x="117" y="0"/>
                      <a:pt x="0" y="117"/>
                      <a:pt x="0" y="257"/>
                    </a:cubicBezTo>
                    <a:lnTo>
                      <a:pt x="0" y="3526"/>
                    </a:lnTo>
                    <a:cubicBezTo>
                      <a:pt x="0" y="3689"/>
                      <a:pt x="117" y="3806"/>
                      <a:pt x="257" y="3806"/>
                    </a:cubicBezTo>
                    <a:lnTo>
                      <a:pt x="4110" y="3806"/>
                    </a:lnTo>
                    <a:cubicBezTo>
                      <a:pt x="4273" y="3806"/>
                      <a:pt x="4390" y="3689"/>
                      <a:pt x="4390" y="3526"/>
                    </a:cubicBezTo>
                    <a:lnTo>
                      <a:pt x="4390" y="257"/>
                    </a:lnTo>
                    <a:cubicBezTo>
                      <a:pt x="4390" y="117"/>
                      <a:pt x="4273" y="0"/>
                      <a:pt x="41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4"/>
              <p:cNvSpPr/>
              <p:nvPr/>
            </p:nvSpPr>
            <p:spPr>
              <a:xfrm>
                <a:off x="5772700" y="4148925"/>
                <a:ext cx="26267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0507" h="889" extrusionOk="0">
                    <a:moveTo>
                      <a:pt x="0" y="1"/>
                    </a:moveTo>
                    <a:lnTo>
                      <a:pt x="0" y="888"/>
                    </a:lnTo>
                    <a:lnTo>
                      <a:pt x="10507" y="888"/>
                    </a:lnTo>
                    <a:lnTo>
                      <a:pt x="1050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 txBox="1">
            <a:spLocks noGrp="1"/>
          </p:cNvSpPr>
          <p:nvPr>
            <p:ph type="body" idx="1"/>
          </p:nvPr>
        </p:nvSpPr>
        <p:spPr>
          <a:xfrm>
            <a:off x="722375" y="1525949"/>
            <a:ext cx="3643800" cy="27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0" indent="0">
              <a:buNone/>
            </a:pPr>
            <a:r>
              <a:rPr lang="en-US" sz="2000" dirty="0"/>
              <a:t>A Movie Streaming Platform database is used to manage:</a:t>
            </a:r>
          </a:p>
          <a:p>
            <a:endParaRPr lang="en-US" dirty="0"/>
          </a:p>
          <a:p>
            <a:r>
              <a:rPr lang="en-US" dirty="0"/>
              <a:t>Users and subscriptions </a:t>
            </a:r>
          </a:p>
          <a:p>
            <a:endParaRPr lang="en-US" dirty="0"/>
          </a:p>
          <a:p>
            <a:r>
              <a:rPr lang="en-US" dirty="0"/>
              <a:t>Movies and TV shows</a:t>
            </a:r>
          </a:p>
          <a:p>
            <a:pPr marL="12700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Watch history</a:t>
            </a:r>
          </a:p>
          <a:p>
            <a:pPr marL="12700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Ratings and reviews </a:t>
            </a:r>
          </a:p>
          <a:p>
            <a:endParaRPr lang="en-US" dirty="0"/>
          </a:p>
          <a:p>
            <a:r>
              <a:rPr lang="en-US" dirty="0"/>
              <a:t>Revenue and reports</a:t>
            </a:r>
          </a:p>
        </p:txBody>
      </p:sp>
      <p:pic>
        <p:nvPicPr>
          <p:cNvPr id="409" name="Google Shape;409;p36"/>
          <p:cNvPicPr preferRelativeResize="0"/>
          <p:nvPr/>
        </p:nvPicPr>
        <p:blipFill rotWithShape="1">
          <a:blip r:embed="rId3">
            <a:alphaModFix amt="82000"/>
          </a:blip>
          <a:srcRect t="8858" r="-16618" b="8743"/>
          <a:stretch/>
        </p:blipFill>
        <p:spPr>
          <a:xfrm>
            <a:off x="4346239" y="598050"/>
            <a:ext cx="5595000" cy="3953100"/>
          </a:xfrm>
          <a:prstGeom prst="parallelogram">
            <a:avLst>
              <a:gd name="adj" fmla="val 19671"/>
            </a:avLst>
          </a:prstGeom>
          <a:noFill/>
          <a:ln>
            <a:noFill/>
          </a:ln>
        </p:spPr>
      </p:pic>
      <p:sp>
        <p:nvSpPr>
          <p:cNvPr id="410" name="Google Shape;410;p36"/>
          <p:cNvSpPr txBox="1">
            <a:spLocks noGrp="1"/>
          </p:cNvSpPr>
          <p:nvPr>
            <p:ph type="title"/>
          </p:nvPr>
        </p:nvSpPr>
        <p:spPr>
          <a:xfrm>
            <a:off x="729809" y="387600"/>
            <a:ext cx="36438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OVERVIEW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"/>
          <p:cNvSpPr txBox="1">
            <a:spLocks noGrp="1"/>
          </p:cNvSpPr>
          <p:nvPr>
            <p:ph type="title" idx="9"/>
          </p:nvPr>
        </p:nvSpPr>
        <p:spPr>
          <a:xfrm>
            <a:off x="3221898" y="387600"/>
            <a:ext cx="2700205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416" name="Google Shape;416;p37"/>
          <p:cNvSpPr/>
          <p:nvPr/>
        </p:nvSpPr>
        <p:spPr>
          <a:xfrm rot="5400000">
            <a:off x="1637741" y="1450899"/>
            <a:ext cx="468000" cy="2175300"/>
          </a:xfrm>
          <a:prstGeom prst="trapezoid">
            <a:avLst>
              <a:gd name="adj" fmla="val 182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7"/>
          <p:cNvSpPr/>
          <p:nvPr/>
        </p:nvSpPr>
        <p:spPr>
          <a:xfrm rot="-5400000">
            <a:off x="4337991" y="1450899"/>
            <a:ext cx="468000" cy="2175300"/>
          </a:xfrm>
          <a:prstGeom prst="trapezoid">
            <a:avLst>
              <a:gd name="adj" fmla="val 182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7"/>
          <p:cNvSpPr/>
          <p:nvPr/>
        </p:nvSpPr>
        <p:spPr>
          <a:xfrm rot="5400000">
            <a:off x="7038241" y="1450899"/>
            <a:ext cx="468000" cy="2175300"/>
          </a:xfrm>
          <a:prstGeom prst="trapezoid">
            <a:avLst>
              <a:gd name="adj" fmla="val 182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subTitle" idx="1"/>
          </p:nvPr>
        </p:nvSpPr>
        <p:spPr>
          <a:xfrm>
            <a:off x="727841" y="235284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STORE</a:t>
            </a:r>
            <a:endParaRPr dirty="0"/>
          </a:p>
        </p:txBody>
      </p:sp>
      <p:sp>
        <p:nvSpPr>
          <p:cNvPr id="420" name="Google Shape;420;p37"/>
          <p:cNvSpPr txBox="1">
            <a:spLocks noGrp="1"/>
          </p:cNvSpPr>
          <p:nvPr>
            <p:ph type="subTitle" idx="4"/>
          </p:nvPr>
        </p:nvSpPr>
        <p:spPr>
          <a:xfrm>
            <a:off x="3428100" y="2352849"/>
            <a:ext cx="2287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MANAGE</a:t>
            </a:r>
            <a:endParaRPr dirty="0"/>
          </a:p>
        </p:txBody>
      </p:sp>
      <p:sp>
        <p:nvSpPr>
          <p:cNvPr id="421" name="Google Shape;421;p37"/>
          <p:cNvSpPr txBox="1">
            <a:spLocks noGrp="1"/>
          </p:cNvSpPr>
          <p:nvPr>
            <p:ph type="subTitle" idx="2"/>
          </p:nvPr>
        </p:nvSpPr>
        <p:spPr>
          <a:xfrm>
            <a:off x="727850" y="2834829"/>
            <a:ext cx="2287800" cy="10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To store data we use INSERT, comes under DML.</a:t>
            </a:r>
            <a:endParaRPr dirty="0"/>
          </a:p>
        </p:txBody>
      </p:sp>
      <p:sp>
        <p:nvSpPr>
          <p:cNvPr id="422" name="Google Shape;422;p37"/>
          <p:cNvSpPr txBox="1">
            <a:spLocks noGrp="1"/>
          </p:cNvSpPr>
          <p:nvPr>
            <p:ph type="subTitle" idx="7"/>
          </p:nvPr>
        </p:nvSpPr>
        <p:spPr>
          <a:xfrm>
            <a:off x="5850674" y="2352849"/>
            <a:ext cx="2891882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 RETRIEVE</a:t>
            </a:r>
            <a:endParaRPr dirty="0"/>
          </a:p>
        </p:txBody>
      </p:sp>
      <p:sp>
        <p:nvSpPr>
          <p:cNvPr id="423" name="Google Shape;423;p37"/>
          <p:cNvSpPr txBox="1">
            <a:spLocks noGrp="1"/>
          </p:cNvSpPr>
          <p:nvPr>
            <p:ph type="title"/>
          </p:nvPr>
        </p:nvSpPr>
        <p:spPr>
          <a:xfrm>
            <a:off x="1428791" y="16757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424" name="Google Shape;424;p37"/>
          <p:cNvSpPr txBox="1">
            <a:spLocks noGrp="1"/>
          </p:cNvSpPr>
          <p:nvPr>
            <p:ph type="title" idx="3"/>
          </p:nvPr>
        </p:nvSpPr>
        <p:spPr>
          <a:xfrm>
            <a:off x="4129046" y="16757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425" name="Google Shape;425;p37"/>
          <p:cNvSpPr txBox="1">
            <a:spLocks noGrp="1"/>
          </p:cNvSpPr>
          <p:nvPr>
            <p:ph type="title" idx="6"/>
          </p:nvPr>
        </p:nvSpPr>
        <p:spPr>
          <a:xfrm>
            <a:off x="6829309" y="1675711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426" name="Google Shape;426;p37"/>
          <p:cNvSpPr txBox="1">
            <a:spLocks noGrp="1"/>
          </p:cNvSpPr>
          <p:nvPr>
            <p:ph type="subTitle" idx="5"/>
          </p:nvPr>
        </p:nvSpPr>
        <p:spPr>
          <a:xfrm>
            <a:off x="3428103" y="2834829"/>
            <a:ext cx="2287800" cy="10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dirty="0"/>
              <a:t>Used To Manage the Database Structure, we use DDL.</a:t>
            </a:r>
            <a:endParaRPr dirty="0"/>
          </a:p>
        </p:txBody>
      </p:sp>
      <p:sp>
        <p:nvSpPr>
          <p:cNvPr id="427" name="Google Shape;427;p37"/>
          <p:cNvSpPr txBox="1">
            <a:spLocks noGrp="1"/>
          </p:cNvSpPr>
          <p:nvPr>
            <p:ph type="subTitle" idx="8"/>
          </p:nvPr>
        </p:nvSpPr>
        <p:spPr>
          <a:xfrm>
            <a:off x="6128355" y="2834829"/>
            <a:ext cx="2287800" cy="10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use SELECT to retrieve Data. </a:t>
            </a:r>
            <a:r>
              <a:rPr lang="en-IN" dirty="0"/>
              <a:t>I</a:t>
            </a:r>
            <a:r>
              <a:rPr lang="en" dirty="0"/>
              <a:t>t comes under DQL.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8"/>
          <p:cNvSpPr/>
          <p:nvPr/>
        </p:nvSpPr>
        <p:spPr>
          <a:xfrm rot="5400000">
            <a:off x="2593777" y="747123"/>
            <a:ext cx="468000" cy="2175300"/>
          </a:xfrm>
          <a:prstGeom prst="trapezoid">
            <a:avLst>
              <a:gd name="adj" fmla="val 182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8"/>
          <p:cNvSpPr/>
          <p:nvPr/>
        </p:nvSpPr>
        <p:spPr>
          <a:xfrm rot="-5400000">
            <a:off x="5612100" y="795423"/>
            <a:ext cx="468000" cy="2175300"/>
          </a:xfrm>
          <a:prstGeom prst="trapezoid">
            <a:avLst>
              <a:gd name="adj" fmla="val 182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8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DATABASE TABLES</a:t>
            </a:r>
            <a:endParaRPr dirty="0"/>
          </a:p>
        </p:txBody>
      </p:sp>
      <p:sp>
        <p:nvSpPr>
          <p:cNvPr id="435" name="Google Shape;435;p38"/>
          <p:cNvSpPr txBox="1">
            <a:spLocks noGrp="1"/>
          </p:cNvSpPr>
          <p:nvPr>
            <p:ph type="subTitle" idx="1"/>
          </p:nvPr>
        </p:nvSpPr>
        <p:spPr>
          <a:xfrm>
            <a:off x="1340576" y="1649073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TABLE NAME</a:t>
            </a:r>
            <a:endParaRPr dirty="0"/>
          </a:p>
        </p:txBody>
      </p:sp>
      <p:sp>
        <p:nvSpPr>
          <p:cNvPr id="436" name="Google Shape;436;p38"/>
          <p:cNvSpPr txBox="1">
            <a:spLocks noGrp="1"/>
          </p:cNvSpPr>
          <p:nvPr>
            <p:ph type="subTitle" idx="2"/>
          </p:nvPr>
        </p:nvSpPr>
        <p:spPr>
          <a:xfrm>
            <a:off x="1254800" y="2173398"/>
            <a:ext cx="3202900" cy="17198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Users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Content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Subscription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Payments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Watch History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Reviews</a:t>
            </a:r>
            <a:endParaRPr sz="2000" dirty="0"/>
          </a:p>
        </p:txBody>
      </p:sp>
      <p:sp>
        <p:nvSpPr>
          <p:cNvPr id="437" name="Google Shape;437;p38"/>
          <p:cNvSpPr txBox="1">
            <a:spLocks noGrp="1"/>
          </p:cNvSpPr>
          <p:nvPr>
            <p:ph type="subTitle" idx="3"/>
          </p:nvPr>
        </p:nvSpPr>
        <p:spPr>
          <a:xfrm>
            <a:off x="4457700" y="1725536"/>
            <a:ext cx="27768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PURPOSE</a:t>
            </a:r>
            <a:endParaRPr dirty="0"/>
          </a:p>
        </p:txBody>
      </p:sp>
      <p:sp>
        <p:nvSpPr>
          <p:cNvPr id="438" name="Google Shape;438;p38"/>
          <p:cNvSpPr txBox="1">
            <a:spLocks noGrp="1"/>
          </p:cNvSpPr>
          <p:nvPr>
            <p:ph type="subTitle" idx="4"/>
          </p:nvPr>
        </p:nvSpPr>
        <p:spPr>
          <a:xfrm>
            <a:off x="4625340" y="2248793"/>
            <a:ext cx="3263885" cy="16444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Stores User Details.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Stores Movies/Shows.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User Subscription Plan.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Stores Payment Record.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Tracks Watched Content.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/>
              <a:t>Stores Rating and Reviews.</a:t>
            </a:r>
            <a:endParaRPr sz="2000" dirty="0"/>
          </a:p>
        </p:txBody>
      </p:sp>
      <p:grpSp>
        <p:nvGrpSpPr>
          <p:cNvPr id="439" name="Google Shape;439;p38"/>
          <p:cNvGrpSpPr/>
          <p:nvPr/>
        </p:nvGrpSpPr>
        <p:grpSpPr>
          <a:xfrm>
            <a:off x="2647098" y="1063187"/>
            <a:ext cx="418304" cy="418390"/>
            <a:chOff x="2434036" y="1903750"/>
            <a:chExt cx="418304" cy="418390"/>
          </a:xfrm>
        </p:grpSpPr>
        <p:sp>
          <p:nvSpPr>
            <p:cNvPr id="440" name="Google Shape;440;p38"/>
            <p:cNvSpPr/>
            <p:nvPr/>
          </p:nvSpPr>
          <p:spPr>
            <a:xfrm>
              <a:off x="2434036" y="2050840"/>
              <a:ext cx="48972" cy="24551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1" name="Google Shape;441;p38"/>
            <p:cNvSpPr/>
            <p:nvPr/>
          </p:nvSpPr>
          <p:spPr>
            <a:xfrm>
              <a:off x="2436510" y="1968785"/>
              <a:ext cx="44153" cy="41744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2" name="Google Shape;442;p38"/>
            <p:cNvSpPr/>
            <p:nvPr/>
          </p:nvSpPr>
          <p:spPr>
            <a:xfrm>
              <a:off x="2436510" y="2115854"/>
              <a:ext cx="44023" cy="41592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3" name="Google Shape;443;p38"/>
            <p:cNvSpPr/>
            <p:nvPr/>
          </p:nvSpPr>
          <p:spPr>
            <a:xfrm>
              <a:off x="2489520" y="1903750"/>
              <a:ext cx="301561" cy="294202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4" name="Google Shape;444;p38"/>
            <p:cNvSpPr/>
            <p:nvPr/>
          </p:nvSpPr>
          <p:spPr>
            <a:xfrm>
              <a:off x="2803345" y="2050840"/>
              <a:ext cx="48994" cy="24551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2805842" y="1968785"/>
              <a:ext cx="44001" cy="41592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2805712" y="2115702"/>
              <a:ext cx="44131" cy="41744"/>
            </a:xfrm>
            <a:custGeom>
              <a:avLst/>
              <a:gdLst/>
              <a:ahLst/>
              <a:cxnLst/>
              <a:rect l="l" t="t" r="r" b="b"/>
              <a:pathLst>
                <a:path w="2033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47" name="Google Shape;447;p38"/>
            <p:cNvSpPr/>
            <p:nvPr/>
          </p:nvSpPr>
          <p:spPr>
            <a:xfrm>
              <a:off x="2557378" y="2222438"/>
              <a:ext cx="171598" cy="99703"/>
            </a:xfrm>
            <a:custGeom>
              <a:avLst/>
              <a:gdLst/>
              <a:ahLst/>
              <a:cxnLst/>
              <a:rect l="l" t="t" r="r" b="b"/>
              <a:pathLst>
                <a:path w="7905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48" name="Google Shape;448;p38"/>
          <p:cNvGrpSpPr/>
          <p:nvPr/>
        </p:nvGrpSpPr>
        <p:grpSpPr>
          <a:xfrm>
            <a:off x="5622943" y="1169814"/>
            <a:ext cx="446314" cy="418410"/>
            <a:chOff x="6277655" y="1903730"/>
            <a:chExt cx="446314" cy="418410"/>
          </a:xfrm>
        </p:grpSpPr>
        <p:sp>
          <p:nvSpPr>
            <p:cNvPr id="449" name="Google Shape;449;p38"/>
            <p:cNvSpPr/>
            <p:nvPr/>
          </p:nvSpPr>
          <p:spPr>
            <a:xfrm>
              <a:off x="6277655" y="1903730"/>
              <a:ext cx="446314" cy="261518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0" name="Google Shape;450;p38"/>
            <p:cNvSpPr/>
            <p:nvPr/>
          </p:nvSpPr>
          <p:spPr>
            <a:xfrm>
              <a:off x="6277655" y="2191370"/>
              <a:ext cx="446314" cy="52336"/>
            </a:xfrm>
            <a:custGeom>
              <a:avLst/>
              <a:gdLst/>
              <a:ahLst/>
              <a:cxnLst/>
              <a:rect l="l" t="t" r="r" b="b"/>
              <a:pathLst>
                <a:path w="19273" h="2260" extrusionOk="0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1" name="Google Shape;451;p38"/>
            <p:cNvSpPr/>
            <p:nvPr/>
          </p:nvSpPr>
          <p:spPr>
            <a:xfrm>
              <a:off x="6356947" y="2269827"/>
              <a:ext cx="287662" cy="52313"/>
            </a:xfrm>
            <a:custGeom>
              <a:avLst/>
              <a:gdLst/>
              <a:ahLst/>
              <a:cxnLst/>
              <a:rect l="l" t="t" r="r" b="b"/>
              <a:pathLst>
                <a:path w="12422" h="2259" extrusionOk="0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878D6-5762-AAC3-516A-A829F371F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69404" y="348870"/>
            <a:ext cx="7704000" cy="592200"/>
          </a:xfrm>
        </p:spPr>
        <p:txBody>
          <a:bodyPr/>
          <a:lstStyle/>
          <a:p>
            <a:r>
              <a:rPr lang="en-IN" dirty="0"/>
              <a:t>ER DIAGRAM</a:t>
            </a:r>
          </a:p>
        </p:txBody>
      </p:sp>
      <p:grpSp>
        <p:nvGrpSpPr>
          <p:cNvPr id="3" name="Google Shape;519;p40">
            <a:extLst>
              <a:ext uri="{FF2B5EF4-FFF2-40B4-BE49-F238E27FC236}">
                <a16:creationId xmlns:a16="http://schemas.microsoft.com/office/drawing/2014/main" id="{8CF7CF22-C071-5C20-A542-4DE067EFECC3}"/>
              </a:ext>
            </a:extLst>
          </p:cNvPr>
          <p:cNvGrpSpPr/>
          <p:nvPr/>
        </p:nvGrpSpPr>
        <p:grpSpPr>
          <a:xfrm>
            <a:off x="-15566" y="2571750"/>
            <a:ext cx="3375986" cy="2029640"/>
            <a:chOff x="732130" y="2606124"/>
            <a:chExt cx="4587566" cy="2029640"/>
          </a:xfrm>
        </p:grpSpPr>
        <p:sp>
          <p:nvSpPr>
            <p:cNvPr id="4" name="Google Shape;520;p40">
              <a:extLst>
                <a:ext uri="{FF2B5EF4-FFF2-40B4-BE49-F238E27FC236}">
                  <a16:creationId xmlns:a16="http://schemas.microsoft.com/office/drawing/2014/main" id="{CC1EA6DC-C6E6-C3B0-A7F5-04460D04D55D}"/>
                </a:ext>
              </a:extLst>
            </p:cNvPr>
            <p:cNvSpPr/>
            <p:nvPr/>
          </p:nvSpPr>
          <p:spPr>
            <a:xfrm>
              <a:off x="962120" y="4312364"/>
              <a:ext cx="4257900" cy="323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521;p40">
              <a:extLst>
                <a:ext uri="{FF2B5EF4-FFF2-40B4-BE49-F238E27FC236}">
                  <a16:creationId xmlns:a16="http://schemas.microsoft.com/office/drawing/2014/main" id="{AD1BB5AA-8B48-B5F2-ED45-7590F0DCA37E}"/>
                </a:ext>
              </a:extLst>
            </p:cNvPr>
            <p:cNvGrpSpPr/>
            <p:nvPr/>
          </p:nvGrpSpPr>
          <p:grpSpPr>
            <a:xfrm flipH="1">
              <a:off x="732130" y="2606124"/>
              <a:ext cx="4587566" cy="1883527"/>
              <a:chOff x="234372" y="3899675"/>
              <a:chExt cx="2100726" cy="862539"/>
            </a:xfrm>
          </p:grpSpPr>
          <p:sp>
            <p:nvSpPr>
              <p:cNvPr id="6" name="Google Shape;522;p40">
                <a:extLst>
                  <a:ext uri="{FF2B5EF4-FFF2-40B4-BE49-F238E27FC236}">
                    <a16:creationId xmlns:a16="http://schemas.microsoft.com/office/drawing/2014/main" id="{E4B9A8B6-6AAB-AC5B-1E9C-15EF303463B9}"/>
                  </a:ext>
                </a:extLst>
              </p:cNvPr>
              <p:cNvSpPr/>
              <p:nvPr/>
            </p:nvSpPr>
            <p:spPr>
              <a:xfrm>
                <a:off x="327265" y="3899675"/>
                <a:ext cx="1951623" cy="649669"/>
              </a:xfrm>
              <a:custGeom>
                <a:avLst/>
                <a:gdLst/>
                <a:ahLst/>
                <a:cxnLst/>
                <a:rect l="l" t="t" r="r" b="b"/>
                <a:pathLst>
                  <a:path w="200681" h="66804" extrusionOk="0">
                    <a:moveTo>
                      <a:pt x="200681" y="0"/>
                    </a:moveTo>
                    <a:lnTo>
                      <a:pt x="102946" y="5091"/>
                    </a:lnTo>
                    <a:cubicBezTo>
                      <a:pt x="99023" y="5270"/>
                      <a:pt x="95759" y="8235"/>
                      <a:pt x="95220" y="12157"/>
                    </a:cubicBezTo>
                    <a:lnTo>
                      <a:pt x="94472" y="17188"/>
                    </a:lnTo>
                    <a:cubicBezTo>
                      <a:pt x="93903" y="21230"/>
                      <a:pt x="90429" y="24254"/>
                      <a:pt x="86327" y="24254"/>
                    </a:cubicBezTo>
                    <a:lnTo>
                      <a:pt x="0" y="24254"/>
                    </a:lnTo>
                    <a:lnTo>
                      <a:pt x="6169" y="66804"/>
                    </a:lnTo>
                    <a:lnTo>
                      <a:pt x="182086" y="63929"/>
                    </a:lnTo>
                    <a:lnTo>
                      <a:pt x="200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523;p40">
                <a:extLst>
                  <a:ext uri="{FF2B5EF4-FFF2-40B4-BE49-F238E27FC236}">
                    <a16:creationId xmlns:a16="http://schemas.microsoft.com/office/drawing/2014/main" id="{83A00DFE-0574-E07F-9F83-F96CB738C93B}"/>
                  </a:ext>
                </a:extLst>
              </p:cNvPr>
              <p:cNvSpPr/>
              <p:nvPr/>
            </p:nvSpPr>
            <p:spPr>
              <a:xfrm>
                <a:off x="367741" y="4611652"/>
                <a:ext cx="1774287" cy="150562"/>
              </a:xfrm>
              <a:custGeom>
                <a:avLst/>
                <a:gdLst/>
                <a:ahLst/>
                <a:cxnLst/>
                <a:rect l="l" t="t" r="r" b="b"/>
                <a:pathLst>
                  <a:path w="182446" h="15482" extrusionOk="0">
                    <a:moveTo>
                      <a:pt x="3144" y="1"/>
                    </a:moveTo>
                    <a:lnTo>
                      <a:pt x="0" y="15481"/>
                    </a:lnTo>
                    <a:lnTo>
                      <a:pt x="3144" y="15481"/>
                    </a:lnTo>
                    <a:lnTo>
                      <a:pt x="8774" y="5660"/>
                    </a:lnTo>
                    <a:lnTo>
                      <a:pt x="172504" y="5660"/>
                    </a:lnTo>
                    <a:lnTo>
                      <a:pt x="178972" y="15481"/>
                    </a:lnTo>
                    <a:lnTo>
                      <a:pt x="182446" y="15481"/>
                    </a:lnTo>
                    <a:lnTo>
                      <a:pt x="1771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524;p40">
                <a:extLst>
                  <a:ext uri="{FF2B5EF4-FFF2-40B4-BE49-F238E27FC236}">
                    <a16:creationId xmlns:a16="http://schemas.microsoft.com/office/drawing/2014/main" id="{464F5D43-95A0-1412-BC2D-1F5E520E7FA7}"/>
                  </a:ext>
                </a:extLst>
              </p:cNvPr>
              <p:cNvSpPr/>
              <p:nvPr/>
            </p:nvSpPr>
            <p:spPr>
              <a:xfrm>
                <a:off x="234372" y="3899675"/>
                <a:ext cx="2100726" cy="724804"/>
              </a:xfrm>
              <a:custGeom>
                <a:avLst/>
                <a:gdLst/>
                <a:ahLst/>
                <a:cxnLst/>
                <a:rect l="l" t="t" r="r" b="b"/>
                <a:pathLst>
                  <a:path w="216013" h="74530" extrusionOk="0">
                    <a:moveTo>
                      <a:pt x="210263" y="0"/>
                    </a:moveTo>
                    <a:cubicBezTo>
                      <a:pt x="208317" y="0"/>
                      <a:pt x="206610" y="1258"/>
                      <a:pt x="206011" y="3084"/>
                    </a:cubicBezTo>
                    <a:lnTo>
                      <a:pt x="187057" y="60815"/>
                    </a:lnTo>
                    <a:cubicBezTo>
                      <a:pt x="186847" y="61474"/>
                      <a:pt x="186218" y="61893"/>
                      <a:pt x="185560" y="61893"/>
                    </a:cubicBezTo>
                    <a:lnTo>
                      <a:pt x="20901" y="62342"/>
                    </a:lnTo>
                    <a:cubicBezTo>
                      <a:pt x="20212" y="62342"/>
                      <a:pt x="19583" y="61863"/>
                      <a:pt x="19404" y="61174"/>
                    </a:cubicBezTo>
                    <a:lnTo>
                      <a:pt x="9552" y="24254"/>
                    </a:lnTo>
                    <a:lnTo>
                      <a:pt x="1378" y="24254"/>
                    </a:lnTo>
                    <a:cubicBezTo>
                      <a:pt x="599" y="24254"/>
                      <a:pt x="0" y="24973"/>
                      <a:pt x="180" y="25751"/>
                    </a:cubicBezTo>
                    <a:lnTo>
                      <a:pt x="9313" y="68810"/>
                    </a:lnTo>
                    <a:cubicBezTo>
                      <a:pt x="9852" y="71385"/>
                      <a:pt x="12127" y="73212"/>
                      <a:pt x="14762" y="73242"/>
                    </a:cubicBezTo>
                    <a:lnTo>
                      <a:pt x="187566" y="74529"/>
                    </a:lnTo>
                    <a:cubicBezTo>
                      <a:pt x="187588" y="74529"/>
                      <a:pt x="187610" y="74529"/>
                      <a:pt x="187631" y="74529"/>
                    </a:cubicBezTo>
                    <a:cubicBezTo>
                      <a:pt x="193593" y="74529"/>
                      <a:pt x="198770" y="70466"/>
                      <a:pt x="200202" y="64678"/>
                    </a:cubicBezTo>
                    <a:lnTo>
                      <a:pt x="2160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525;p40">
                <a:extLst>
                  <a:ext uri="{FF2B5EF4-FFF2-40B4-BE49-F238E27FC236}">
                    <a16:creationId xmlns:a16="http://schemas.microsoft.com/office/drawing/2014/main" id="{FBAAB3FB-3D04-9BCC-3BC9-D2B7DC6E4A72}"/>
                  </a:ext>
                </a:extLst>
              </p:cNvPr>
              <p:cNvSpPr/>
              <p:nvPr/>
            </p:nvSpPr>
            <p:spPr>
              <a:xfrm>
                <a:off x="235247" y="3899675"/>
                <a:ext cx="2046850" cy="607171"/>
              </a:xfrm>
              <a:custGeom>
                <a:avLst/>
                <a:gdLst/>
                <a:ahLst/>
                <a:cxnLst/>
                <a:rect l="l" t="t" r="r" b="b"/>
                <a:pathLst>
                  <a:path w="210473" h="62434" extrusionOk="0">
                    <a:moveTo>
                      <a:pt x="1677" y="24254"/>
                    </a:moveTo>
                    <a:cubicBezTo>
                      <a:pt x="1467" y="24254"/>
                      <a:pt x="1258" y="24254"/>
                      <a:pt x="1048" y="24284"/>
                    </a:cubicBezTo>
                    <a:cubicBezTo>
                      <a:pt x="809" y="24314"/>
                      <a:pt x="629" y="24404"/>
                      <a:pt x="449" y="24554"/>
                    </a:cubicBezTo>
                    <a:cubicBezTo>
                      <a:pt x="120" y="24853"/>
                      <a:pt x="0" y="25302"/>
                      <a:pt x="90" y="25751"/>
                    </a:cubicBezTo>
                    <a:cubicBezTo>
                      <a:pt x="0" y="25302"/>
                      <a:pt x="150" y="24883"/>
                      <a:pt x="479" y="24584"/>
                    </a:cubicBezTo>
                    <a:cubicBezTo>
                      <a:pt x="629" y="24434"/>
                      <a:pt x="839" y="24344"/>
                      <a:pt x="1048" y="24314"/>
                    </a:cubicBezTo>
                    <a:cubicBezTo>
                      <a:pt x="1258" y="24284"/>
                      <a:pt x="1467" y="24284"/>
                      <a:pt x="1707" y="24284"/>
                    </a:cubicBezTo>
                    <a:lnTo>
                      <a:pt x="9462" y="24284"/>
                    </a:lnTo>
                    <a:lnTo>
                      <a:pt x="9462" y="24254"/>
                    </a:lnTo>
                    <a:close/>
                    <a:moveTo>
                      <a:pt x="210472" y="0"/>
                    </a:moveTo>
                    <a:lnTo>
                      <a:pt x="210472" y="0"/>
                    </a:lnTo>
                    <a:cubicBezTo>
                      <a:pt x="210113" y="0"/>
                      <a:pt x="209754" y="30"/>
                      <a:pt x="209394" y="60"/>
                    </a:cubicBezTo>
                    <a:cubicBezTo>
                      <a:pt x="208676" y="210"/>
                      <a:pt x="207987" y="509"/>
                      <a:pt x="207418" y="928"/>
                    </a:cubicBezTo>
                    <a:cubicBezTo>
                      <a:pt x="206819" y="1378"/>
                      <a:pt x="206370" y="1976"/>
                      <a:pt x="206071" y="2635"/>
                    </a:cubicBezTo>
                    <a:cubicBezTo>
                      <a:pt x="205921" y="2994"/>
                      <a:pt x="205801" y="3324"/>
                      <a:pt x="205681" y="3683"/>
                    </a:cubicBezTo>
                    <a:lnTo>
                      <a:pt x="205352" y="4701"/>
                    </a:lnTo>
                    <a:lnTo>
                      <a:pt x="203975" y="8833"/>
                    </a:lnTo>
                    <a:lnTo>
                      <a:pt x="198495" y="25392"/>
                    </a:lnTo>
                    <a:lnTo>
                      <a:pt x="187596" y="58539"/>
                    </a:lnTo>
                    <a:lnTo>
                      <a:pt x="186907" y="60605"/>
                    </a:lnTo>
                    <a:cubicBezTo>
                      <a:pt x="186817" y="60935"/>
                      <a:pt x="186637" y="61234"/>
                      <a:pt x="186368" y="61474"/>
                    </a:cubicBezTo>
                    <a:cubicBezTo>
                      <a:pt x="186128" y="61683"/>
                      <a:pt x="185799" y="61803"/>
                      <a:pt x="185440" y="61803"/>
                    </a:cubicBezTo>
                    <a:lnTo>
                      <a:pt x="172384" y="61803"/>
                    </a:lnTo>
                    <a:lnTo>
                      <a:pt x="154927" y="61833"/>
                    </a:lnTo>
                    <a:lnTo>
                      <a:pt x="120073" y="61893"/>
                    </a:lnTo>
                    <a:lnTo>
                      <a:pt x="50305" y="62133"/>
                    </a:lnTo>
                    <a:lnTo>
                      <a:pt x="32878" y="62192"/>
                    </a:lnTo>
                    <a:lnTo>
                      <a:pt x="24164" y="62222"/>
                    </a:lnTo>
                    <a:lnTo>
                      <a:pt x="20871" y="62222"/>
                    </a:lnTo>
                    <a:cubicBezTo>
                      <a:pt x="20837" y="62225"/>
                      <a:pt x="20803" y="62227"/>
                      <a:pt x="20770" y="62227"/>
                    </a:cubicBezTo>
                    <a:cubicBezTo>
                      <a:pt x="20475" y="62227"/>
                      <a:pt x="20184" y="62111"/>
                      <a:pt x="19942" y="61923"/>
                    </a:cubicBezTo>
                    <a:cubicBezTo>
                      <a:pt x="19673" y="61713"/>
                      <a:pt x="19463" y="61414"/>
                      <a:pt x="19403" y="61085"/>
                    </a:cubicBezTo>
                    <a:lnTo>
                      <a:pt x="19134" y="60037"/>
                    </a:lnTo>
                    <a:lnTo>
                      <a:pt x="18535" y="57970"/>
                    </a:lnTo>
                    <a:lnTo>
                      <a:pt x="9492" y="24284"/>
                    </a:lnTo>
                    <a:lnTo>
                      <a:pt x="9492" y="24254"/>
                    </a:lnTo>
                    <a:lnTo>
                      <a:pt x="9462" y="24254"/>
                    </a:lnTo>
                    <a:lnTo>
                      <a:pt x="18355" y="58000"/>
                    </a:lnTo>
                    <a:lnTo>
                      <a:pt x="18924" y="60096"/>
                    </a:lnTo>
                    <a:lnTo>
                      <a:pt x="19194" y="61144"/>
                    </a:lnTo>
                    <a:cubicBezTo>
                      <a:pt x="19369" y="61902"/>
                      <a:pt x="20054" y="62433"/>
                      <a:pt x="20809" y="62433"/>
                    </a:cubicBezTo>
                    <a:cubicBezTo>
                      <a:pt x="20829" y="62433"/>
                      <a:pt x="20850" y="62433"/>
                      <a:pt x="20871" y="62432"/>
                    </a:cubicBezTo>
                    <a:lnTo>
                      <a:pt x="32878" y="62432"/>
                    </a:lnTo>
                    <a:lnTo>
                      <a:pt x="50305" y="62402"/>
                    </a:lnTo>
                    <a:lnTo>
                      <a:pt x="120073" y="62282"/>
                    </a:lnTo>
                    <a:lnTo>
                      <a:pt x="154927" y="62103"/>
                    </a:lnTo>
                    <a:lnTo>
                      <a:pt x="172354" y="62043"/>
                    </a:lnTo>
                    <a:lnTo>
                      <a:pt x="181068" y="62013"/>
                    </a:lnTo>
                    <a:lnTo>
                      <a:pt x="185440" y="62013"/>
                    </a:lnTo>
                    <a:cubicBezTo>
                      <a:pt x="185829" y="62013"/>
                      <a:pt x="186218" y="61893"/>
                      <a:pt x="186518" y="61654"/>
                    </a:cubicBezTo>
                    <a:cubicBezTo>
                      <a:pt x="186817" y="61384"/>
                      <a:pt x="187027" y="61055"/>
                      <a:pt x="187117" y="60665"/>
                    </a:cubicBezTo>
                    <a:lnTo>
                      <a:pt x="187805" y="58599"/>
                    </a:lnTo>
                    <a:lnTo>
                      <a:pt x="198645" y="25452"/>
                    </a:lnTo>
                    <a:lnTo>
                      <a:pt x="204064" y="8863"/>
                    </a:lnTo>
                    <a:lnTo>
                      <a:pt x="205412" y="4701"/>
                    </a:lnTo>
                    <a:lnTo>
                      <a:pt x="205741" y="3653"/>
                    </a:lnTo>
                    <a:cubicBezTo>
                      <a:pt x="205861" y="3324"/>
                      <a:pt x="205951" y="2965"/>
                      <a:pt x="206101" y="2635"/>
                    </a:cubicBezTo>
                    <a:cubicBezTo>
                      <a:pt x="206729" y="1288"/>
                      <a:pt x="207957" y="330"/>
                      <a:pt x="209394" y="90"/>
                    </a:cubicBezTo>
                    <a:cubicBezTo>
                      <a:pt x="209754" y="30"/>
                      <a:pt x="210113" y="0"/>
                      <a:pt x="2104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526;p40">
                <a:extLst>
                  <a:ext uri="{FF2B5EF4-FFF2-40B4-BE49-F238E27FC236}">
                    <a16:creationId xmlns:a16="http://schemas.microsoft.com/office/drawing/2014/main" id="{57F52A5C-091B-76BF-0B69-BDD5688F3398}"/>
                  </a:ext>
                </a:extLst>
              </p:cNvPr>
              <p:cNvSpPr/>
              <p:nvPr/>
            </p:nvSpPr>
            <p:spPr>
              <a:xfrm>
                <a:off x="236113" y="3899675"/>
                <a:ext cx="2098986" cy="728004"/>
              </a:xfrm>
              <a:custGeom>
                <a:avLst/>
                <a:gdLst/>
                <a:ahLst/>
                <a:cxnLst/>
                <a:rect l="l" t="t" r="r" b="b"/>
                <a:pathLst>
                  <a:path w="215834" h="74859" extrusionOk="0">
                    <a:moveTo>
                      <a:pt x="215833" y="0"/>
                    </a:moveTo>
                    <a:lnTo>
                      <a:pt x="215833" y="0"/>
                    </a:lnTo>
                    <a:cubicBezTo>
                      <a:pt x="215831" y="8"/>
                      <a:pt x="211160" y="18720"/>
                      <a:pt x="204185" y="46742"/>
                    </a:cubicBezTo>
                    <a:cubicBezTo>
                      <a:pt x="203317" y="50245"/>
                      <a:pt x="202418" y="53898"/>
                      <a:pt x="201460" y="57701"/>
                    </a:cubicBezTo>
                    <a:lnTo>
                      <a:pt x="200053" y="63450"/>
                    </a:lnTo>
                    <a:cubicBezTo>
                      <a:pt x="199933" y="63929"/>
                      <a:pt x="199813" y="64438"/>
                      <a:pt x="199664" y="64917"/>
                    </a:cubicBezTo>
                    <a:lnTo>
                      <a:pt x="199454" y="65636"/>
                    </a:lnTo>
                    <a:cubicBezTo>
                      <a:pt x="199364" y="65876"/>
                      <a:pt x="199274" y="66085"/>
                      <a:pt x="199185" y="66325"/>
                    </a:cubicBezTo>
                    <a:lnTo>
                      <a:pt x="199065" y="66684"/>
                    </a:lnTo>
                    <a:lnTo>
                      <a:pt x="198885" y="67013"/>
                    </a:lnTo>
                    <a:cubicBezTo>
                      <a:pt x="198765" y="67223"/>
                      <a:pt x="198676" y="67463"/>
                      <a:pt x="198556" y="67672"/>
                    </a:cubicBezTo>
                    <a:cubicBezTo>
                      <a:pt x="198316" y="68121"/>
                      <a:pt x="198047" y="68540"/>
                      <a:pt x="197747" y="68960"/>
                    </a:cubicBezTo>
                    <a:cubicBezTo>
                      <a:pt x="197448" y="69379"/>
                      <a:pt x="197118" y="69768"/>
                      <a:pt x="196789" y="70157"/>
                    </a:cubicBezTo>
                    <a:cubicBezTo>
                      <a:pt x="196430" y="70517"/>
                      <a:pt x="196070" y="70876"/>
                      <a:pt x="195651" y="71205"/>
                    </a:cubicBezTo>
                    <a:cubicBezTo>
                      <a:pt x="195262" y="71535"/>
                      <a:pt x="194873" y="71834"/>
                      <a:pt x="194424" y="72134"/>
                    </a:cubicBezTo>
                    <a:cubicBezTo>
                      <a:pt x="194214" y="72283"/>
                      <a:pt x="194004" y="72403"/>
                      <a:pt x="193765" y="72523"/>
                    </a:cubicBezTo>
                    <a:cubicBezTo>
                      <a:pt x="193555" y="72673"/>
                      <a:pt x="193316" y="72792"/>
                      <a:pt x="193076" y="72912"/>
                    </a:cubicBezTo>
                    <a:cubicBezTo>
                      <a:pt x="192627" y="73152"/>
                      <a:pt x="192148" y="73331"/>
                      <a:pt x="191639" y="73511"/>
                    </a:cubicBezTo>
                    <a:cubicBezTo>
                      <a:pt x="191399" y="73601"/>
                      <a:pt x="191160" y="73661"/>
                      <a:pt x="190890" y="73751"/>
                    </a:cubicBezTo>
                    <a:cubicBezTo>
                      <a:pt x="190770" y="73781"/>
                      <a:pt x="190651" y="73840"/>
                      <a:pt x="190531" y="73870"/>
                    </a:cubicBezTo>
                    <a:lnTo>
                      <a:pt x="190142" y="73930"/>
                    </a:lnTo>
                    <a:cubicBezTo>
                      <a:pt x="189902" y="73990"/>
                      <a:pt x="189633" y="74050"/>
                      <a:pt x="189363" y="74080"/>
                    </a:cubicBezTo>
                    <a:lnTo>
                      <a:pt x="188585" y="74170"/>
                    </a:lnTo>
                    <a:cubicBezTo>
                      <a:pt x="188345" y="74200"/>
                      <a:pt x="188076" y="74200"/>
                      <a:pt x="187806" y="74200"/>
                    </a:cubicBezTo>
                    <a:lnTo>
                      <a:pt x="186998" y="74200"/>
                    </a:lnTo>
                    <a:lnTo>
                      <a:pt x="173703" y="74110"/>
                    </a:lnTo>
                    <a:lnTo>
                      <a:pt x="117110" y="73631"/>
                    </a:lnTo>
                    <a:lnTo>
                      <a:pt x="60517" y="73242"/>
                    </a:lnTo>
                    <a:lnTo>
                      <a:pt x="34466" y="73122"/>
                    </a:lnTo>
                    <a:lnTo>
                      <a:pt x="22399" y="73062"/>
                    </a:lnTo>
                    <a:lnTo>
                      <a:pt x="16679" y="73032"/>
                    </a:lnTo>
                    <a:lnTo>
                      <a:pt x="14583" y="73032"/>
                    </a:lnTo>
                    <a:cubicBezTo>
                      <a:pt x="14344" y="73032"/>
                      <a:pt x="14134" y="73002"/>
                      <a:pt x="13895" y="72972"/>
                    </a:cubicBezTo>
                    <a:cubicBezTo>
                      <a:pt x="13026" y="72852"/>
                      <a:pt x="12188" y="72523"/>
                      <a:pt x="11469" y="72014"/>
                    </a:cubicBezTo>
                    <a:cubicBezTo>
                      <a:pt x="10781" y="71535"/>
                      <a:pt x="10212" y="70846"/>
                      <a:pt x="9822" y="70098"/>
                    </a:cubicBezTo>
                    <a:cubicBezTo>
                      <a:pt x="9613" y="69708"/>
                      <a:pt x="9463" y="69319"/>
                      <a:pt x="9373" y="68900"/>
                    </a:cubicBezTo>
                    <a:cubicBezTo>
                      <a:pt x="9283" y="68481"/>
                      <a:pt x="9194" y="68061"/>
                      <a:pt x="9104" y="67642"/>
                    </a:cubicBezTo>
                    <a:cubicBezTo>
                      <a:pt x="8714" y="65935"/>
                      <a:pt x="8355" y="64289"/>
                      <a:pt x="8026" y="62672"/>
                    </a:cubicBezTo>
                    <a:cubicBezTo>
                      <a:pt x="7337" y="59468"/>
                      <a:pt x="6648" y="56413"/>
                      <a:pt x="6050" y="53539"/>
                    </a:cubicBezTo>
                    <a:lnTo>
                      <a:pt x="2816" y="38687"/>
                    </a:lnTo>
                    <a:cubicBezTo>
                      <a:pt x="1019" y="30453"/>
                      <a:pt x="1" y="25752"/>
                      <a:pt x="1" y="25751"/>
                    </a:cubicBezTo>
                    <a:lnTo>
                      <a:pt x="1" y="25751"/>
                    </a:lnTo>
                    <a:cubicBezTo>
                      <a:pt x="1" y="25752"/>
                      <a:pt x="989" y="30453"/>
                      <a:pt x="2696" y="38717"/>
                    </a:cubicBezTo>
                    <a:cubicBezTo>
                      <a:pt x="3534" y="42849"/>
                      <a:pt x="4582" y="47850"/>
                      <a:pt x="5780" y="53599"/>
                    </a:cubicBezTo>
                    <a:cubicBezTo>
                      <a:pt x="6379" y="56473"/>
                      <a:pt x="7008" y="59557"/>
                      <a:pt x="7666" y="62761"/>
                    </a:cubicBezTo>
                    <a:cubicBezTo>
                      <a:pt x="7996" y="64378"/>
                      <a:pt x="8355" y="66025"/>
                      <a:pt x="8714" y="67732"/>
                    </a:cubicBezTo>
                    <a:cubicBezTo>
                      <a:pt x="8804" y="68151"/>
                      <a:pt x="8864" y="68570"/>
                      <a:pt x="8984" y="69020"/>
                    </a:cubicBezTo>
                    <a:cubicBezTo>
                      <a:pt x="9074" y="69439"/>
                      <a:pt x="9224" y="69888"/>
                      <a:pt x="9433" y="70307"/>
                    </a:cubicBezTo>
                    <a:cubicBezTo>
                      <a:pt x="9852" y="71116"/>
                      <a:pt x="10481" y="71834"/>
                      <a:pt x="11230" y="72403"/>
                    </a:cubicBezTo>
                    <a:cubicBezTo>
                      <a:pt x="12008" y="72942"/>
                      <a:pt x="12907" y="73301"/>
                      <a:pt x="13865" y="73451"/>
                    </a:cubicBezTo>
                    <a:cubicBezTo>
                      <a:pt x="14074" y="73481"/>
                      <a:pt x="14314" y="73481"/>
                      <a:pt x="14553" y="73511"/>
                    </a:cubicBezTo>
                    <a:lnTo>
                      <a:pt x="16649" y="73511"/>
                    </a:lnTo>
                    <a:lnTo>
                      <a:pt x="22399" y="73571"/>
                    </a:lnTo>
                    <a:lnTo>
                      <a:pt x="34466" y="73691"/>
                    </a:lnTo>
                    <a:lnTo>
                      <a:pt x="60517" y="73930"/>
                    </a:lnTo>
                    <a:lnTo>
                      <a:pt x="117110" y="74409"/>
                    </a:lnTo>
                    <a:lnTo>
                      <a:pt x="173703" y="74769"/>
                    </a:lnTo>
                    <a:lnTo>
                      <a:pt x="186998" y="74859"/>
                    </a:lnTo>
                    <a:lnTo>
                      <a:pt x="187836" y="74859"/>
                    </a:lnTo>
                    <a:cubicBezTo>
                      <a:pt x="188105" y="74829"/>
                      <a:pt x="188375" y="74829"/>
                      <a:pt x="188644" y="74799"/>
                    </a:cubicBezTo>
                    <a:lnTo>
                      <a:pt x="189483" y="74709"/>
                    </a:lnTo>
                    <a:cubicBezTo>
                      <a:pt x="189752" y="74679"/>
                      <a:pt x="190022" y="74589"/>
                      <a:pt x="190291" y="74529"/>
                    </a:cubicBezTo>
                    <a:lnTo>
                      <a:pt x="190681" y="74469"/>
                    </a:lnTo>
                    <a:cubicBezTo>
                      <a:pt x="190830" y="74409"/>
                      <a:pt x="190950" y="74379"/>
                      <a:pt x="191100" y="74349"/>
                    </a:cubicBezTo>
                    <a:cubicBezTo>
                      <a:pt x="191339" y="74260"/>
                      <a:pt x="191609" y="74200"/>
                      <a:pt x="191878" y="74110"/>
                    </a:cubicBezTo>
                    <a:cubicBezTo>
                      <a:pt x="192387" y="73900"/>
                      <a:pt x="192866" y="73691"/>
                      <a:pt x="193376" y="73451"/>
                    </a:cubicBezTo>
                    <a:cubicBezTo>
                      <a:pt x="193615" y="73331"/>
                      <a:pt x="193855" y="73212"/>
                      <a:pt x="194064" y="73062"/>
                    </a:cubicBezTo>
                    <a:cubicBezTo>
                      <a:pt x="194304" y="72942"/>
                      <a:pt x="194543" y="72792"/>
                      <a:pt x="194753" y="72643"/>
                    </a:cubicBezTo>
                    <a:cubicBezTo>
                      <a:pt x="195202" y="72343"/>
                      <a:pt x="195651" y="72014"/>
                      <a:pt x="196040" y="71685"/>
                    </a:cubicBezTo>
                    <a:cubicBezTo>
                      <a:pt x="196460" y="71325"/>
                      <a:pt x="196849" y="70936"/>
                      <a:pt x="197208" y="70547"/>
                    </a:cubicBezTo>
                    <a:cubicBezTo>
                      <a:pt x="197897" y="69768"/>
                      <a:pt x="198526" y="68900"/>
                      <a:pt x="199035" y="67972"/>
                    </a:cubicBezTo>
                    <a:cubicBezTo>
                      <a:pt x="199155" y="67732"/>
                      <a:pt x="199274" y="67492"/>
                      <a:pt x="199394" y="67283"/>
                    </a:cubicBezTo>
                    <a:lnTo>
                      <a:pt x="199544" y="66924"/>
                    </a:lnTo>
                    <a:lnTo>
                      <a:pt x="199694" y="66534"/>
                    </a:lnTo>
                    <a:cubicBezTo>
                      <a:pt x="199783" y="66295"/>
                      <a:pt x="199873" y="66055"/>
                      <a:pt x="199963" y="65786"/>
                    </a:cubicBezTo>
                    <a:lnTo>
                      <a:pt x="200173" y="65037"/>
                    </a:lnTo>
                    <a:cubicBezTo>
                      <a:pt x="200322" y="64558"/>
                      <a:pt x="200442" y="64079"/>
                      <a:pt x="200562" y="63570"/>
                    </a:cubicBezTo>
                    <a:cubicBezTo>
                      <a:pt x="201041" y="61624"/>
                      <a:pt x="201490" y="59707"/>
                      <a:pt x="201969" y="57791"/>
                    </a:cubicBezTo>
                    <a:cubicBezTo>
                      <a:pt x="202868" y="54018"/>
                      <a:pt x="203766" y="50365"/>
                      <a:pt x="204604" y="46832"/>
                    </a:cubicBezTo>
                    <a:lnTo>
                      <a:pt x="2158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27;p40">
                <a:extLst>
                  <a:ext uri="{FF2B5EF4-FFF2-40B4-BE49-F238E27FC236}">
                    <a16:creationId xmlns:a16="http://schemas.microsoft.com/office/drawing/2014/main" id="{056E2824-1CD8-9C92-FFE7-02AD5C3DA77A}"/>
                  </a:ext>
                </a:extLst>
              </p:cNvPr>
              <p:cNvSpPr/>
              <p:nvPr/>
            </p:nvSpPr>
            <p:spPr>
              <a:xfrm>
                <a:off x="407049" y="4358890"/>
                <a:ext cx="1651986" cy="130762"/>
              </a:xfrm>
              <a:custGeom>
                <a:avLst/>
                <a:gdLst/>
                <a:ahLst/>
                <a:cxnLst/>
                <a:rect l="l" t="t" r="r" b="b"/>
                <a:pathLst>
                  <a:path w="169870" h="13446" extrusionOk="0">
                    <a:moveTo>
                      <a:pt x="1228" y="1"/>
                    </a:moveTo>
                    <a:cubicBezTo>
                      <a:pt x="540" y="1"/>
                      <a:pt x="1" y="630"/>
                      <a:pt x="150" y="1318"/>
                    </a:cubicBezTo>
                    <a:lnTo>
                      <a:pt x="2606" y="12607"/>
                    </a:lnTo>
                    <a:cubicBezTo>
                      <a:pt x="2726" y="13086"/>
                      <a:pt x="3145" y="13445"/>
                      <a:pt x="3654" y="13445"/>
                    </a:cubicBezTo>
                    <a:lnTo>
                      <a:pt x="166306" y="13445"/>
                    </a:lnTo>
                    <a:cubicBezTo>
                      <a:pt x="166786" y="13445"/>
                      <a:pt x="167235" y="13116"/>
                      <a:pt x="167354" y="12637"/>
                    </a:cubicBezTo>
                    <a:lnTo>
                      <a:pt x="169690" y="4103"/>
                    </a:lnTo>
                    <a:cubicBezTo>
                      <a:pt x="169870" y="3414"/>
                      <a:pt x="169361" y="2756"/>
                      <a:pt x="168642" y="2726"/>
                    </a:cubicBezTo>
                    <a:lnTo>
                      <a:pt x="122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28;p40">
                <a:extLst>
                  <a:ext uri="{FF2B5EF4-FFF2-40B4-BE49-F238E27FC236}">
                    <a16:creationId xmlns:a16="http://schemas.microsoft.com/office/drawing/2014/main" id="{ADA626A2-1FE3-791B-1EFB-4AC153AA245A}"/>
                  </a:ext>
                </a:extLst>
              </p:cNvPr>
              <p:cNvSpPr/>
              <p:nvPr/>
            </p:nvSpPr>
            <p:spPr>
              <a:xfrm>
                <a:off x="407088" y="4359172"/>
                <a:ext cx="1651947" cy="43121"/>
              </a:xfrm>
              <a:custGeom>
                <a:avLst/>
                <a:gdLst/>
                <a:ahLst/>
                <a:cxnLst/>
                <a:rect l="l" t="t" r="r" b="b"/>
                <a:pathLst>
                  <a:path w="169866" h="4434" extrusionOk="0">
                    <a:moveTo>
                      <a:pt x="1179" y="1"/>
                    </a:moveTo>
                    <a:cubicBezTo>
                      <a:pt x="512" y="1"/>
                      <a:pt x="0" y="645"/>
                      <a:pt x="146" y="1289"/>
                    </a:cubicBezTo>
                    <a:lnTo>
                      <a:pt x="206" y="1559"/>
                    </a:lnTo>
                    <a:lnTo>
                      <a:pt x="169566" y="4433"/>
                    </a:lnTo>
                    <a:lnTo>
                      <a:pt x="169686" y="4074"/>
                    </a:lnTo>
                    <a:cubicBezTo>
                      <a:pt x="169866" y="3385"/>
                      <a:pt x="169357" y="2727"/>
                      <a:pt x="168638" y="2727"/>
                    </a:cubicBezTo>
                    <a:lnTo>
                      <a:pt x="1224" y="2"/>
                    </a:lnTo>
                    <a:cubicBezTo>
                      <a:pt x="1209" y="1"/>
                      <a:pt x="1194" y="1"/>
                      <a:pt x="1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29;p40">
                <a:extLst>
                  <a:ext uri="{FF2B5EF4-FFF2-40B4-BE49-F238E27FC236}">
                    <a16:creationId xmlns:a16="http://schemas.microsoft.com/office/drawing/2014/main" id="{3C2FDAE5-E3F1-8838-9997-06150CDD116F}"/>
                  </a:ext>
                </a:extLst>
              </p:cNvPr>
              <p:cNvSpPr/>
              <p:nvPr/>
            </p:nvSpPr>
            <p:spPr>
              <a:xfrm>
                <a:off x="431225" y="4475376"/>
                <a:ext cx="1605102" cy="14276"/>
              </a:xfrm>
              <a:custGeom>
                <a:avLst/>
                <a:gdLst/>
                <a:ahLst/>
                <a:cxnLst/>
                <a:rect l="l" t="t" r="r" b="b"/>
                <a:pathLst>
                  <a:path w="165049" h="1468" extrusionOk="0">
                    <a:moveTo>
                      <a:pt x="0" y="0"/>
                    </a:moveTo>
                    <a:lnTo>
                      <a:pt x="120" y="629"/>
                    </a:lnTo>
                    <a:cubicBezTo>
                      <a:pt x="240" y="1108"/>
                      <a:pt x="659" y="1467"/>
                      <a:pt x="1168" y="1467"/>
                    </a:cubicBezTo>
                    <a:lnTo>
                      <a:pt x="163820" y="1467"/>
                    </a:lnTo>
                    <a:cubicBezTo>
                      <a:pt x="164300" y="1467"/>
                      <a:pt x="164749" y="1138"/>
                      <a:pt x="164868" y="659"/>
                    </a:cubicBezTo>
                    <a:lnTo>
                      <a:pt x="1650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530;p40">
                <a:extLst>
                  <a:ext uri="{FF2B5EF4-FFF2-40B4-BE49-F238E27FC236}">
                    <a16:creationId xmlns:a16="http://schemas.microsoft.com/office/drawing/2014/main" id="{9216E6EC-C835-1443-3AEE-6A6B7EFA4D26}"/>
                  </a:ext>
                </a:extLst>
              </p:cNvPr>
              <p:cNvSpPr/>
              <p:nvPr/>
            </p:nvSpPr>
            <p:spPr>
              <a:xfrm>
                <a:off x="1512441" y="4125353"/>
                <a:ext cx="383233" cy="256263"/>
              </a:xfrm>
              <a:custGeom>
                <a:avLst/>
                <a:gdLst/>
                <a:ahLst/>
                <a:cxnLst/>
                <a:rect l="l" t="t" r="r" b="b"/>
                <a:pathLst>
                  <a:path w="39407" h="26351" extrusionOk="0">
                    <a:moveTo>
                      <a:pt x="3834" y="0"/>
                    </a:moveTo>
                    <a:cubicBezTo>
                      <a:pt x="1708" y="0"/>
                      <a:pt x="1" y="1707"/>
                      <a:pt x="1" y="3833"/>
                    </a:cubicBezTo>
                    <a:lnTo>
                      <a:pt x="1" y="22518"/>
                    </a:lnTo>
                    <a:cubicBezTo>
                      <a:pt x="1" y="24644"/>
                      <a:pt x="1708" y="26350"/>
                      <a:pt x="3834" y="26350"/>
                    </a:cubicBezTo>
                    <a:lnTo>
                      <a:pt x="35574" y="26350"/>
                    </a:lnTo>
                    <a:cubicBezTo>
                      <a:pt x="37700" y="26350"/>
                      <a:pt x="39406" y="24644"/>
                      <a:pt x="39406" y="22518"/>
                    </a:cubicBezTo>
                    <a:lnTo>
                      <a:pt x="39406" y="3833"/>
                    </a:lnTo>
                    <a:cubicBezTo>
                      <a:pt x="39406" y="1707"/>
                      <a:pt x="37700" y="0"/>
                      <a:pt x="355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531;p40">
                <a:extLst>
                  <a:ext uri="{FF2B5EF4-FFF2-40B4-BE49-F238E27FC236}">
                    <a16:creationId xmlns:a16="http://schemas.microsoft.com/office/drawing/2014/main" id="{9EEF8328-BE06-E7B3-D982-06AB3E8FF843}"/>
                  </a:ext>
                </a:extLst>
              </p:cNvPr>
              <p:cNvSpPr/>
              <p:nvPr/>
            </p:nvSpPr>
            <p:spPr>
              <a:xfrm>
                <a:off x="1724437" y="4033481"/>
                <a:ext cx="426908" cy="344391"/>
              </a:xfrm>
              <a:custGeom>
                <a:avLst/>
                <a:gdLst/>
                <a:ahLst/>
                <a:cxnLst/>
                <a:rect l="l" t="t" r="r" b="b"/>
                <a:pathLst>
                  <a:path w="43898" h="35413" extrusionOk="0">
                    <a:moveTo>
                      <a:pt x="13007" y="0"/>
                    </a:moveTo>
                    <a:cubicBezTo>
                      <a:pt x="9134" y="0"/>
                      <a:pt x="5602" y="2589"/>
                      <a:pt x="4552" y="6513"/>
                    </a:cubicBezTo>
                    <a:lnTo>
                      <a:pt x="1288" y="18670"/>
                    </a:lnTo>
                    <a:cubicBezTo>
                      <a:pt x="1" y="23371"/>
                      <a:pt x="2785" y="28192"/>
                      <a:pt x="7487" y="29449"/>
                    </a:cubicBezTo>
                    <a:lnTo>
                      <a:pt x="28567" y="35109"/>
                    </a:lnTo>
                    <a:cubicBezTo>
                      <a:pt x="29340" y="35314"/>
                      <a:pt x="30115" y="35413"/>
                      <a:pt x="30876" y="35413"/>
                    </a:cubicBezTo>
                    <a:cubicBezTo>
                      <a:pt x="34770" y="35413"/>
                      <a:pt x="38294" y="32838"/>
                      <a:pt x="39346" y="28880"/>
                    </a:cubicBezTo>
                    <a:lnTo>
                      <a:pt x="42610" y="16753"/>
                    </a:lnTo>
                    <a:cubicBezTo>
                      <a:pt x="43898" y="12052"/>
                      <a:pt x="41113" y="7231"/>
                      <a:pt x="36412" y="5974"/>
                    </a:cubicBezTo>
                    <a:lnTo>
                      <a:pt x="15332" y="315"/>
                    </a:lnTo>
                    <a:cubicBezTo>
                      <a:pt x="14555" y="102"/>
                      <a:pt x="13774" y="0"/>
                      <a:pt x="1300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532;p40">
                <a:extLst>
                  <a:ext uri="{FF2B5EF4-FFF2-40B4-BE49-F238E27FC236}">
                    <a16:creationId xmlns:a16="http://schemas.microsoft.com/office/drawing/2014/main" id="{906D8BA8-A7F7-B5E4-BE29-13152AD3EF32}"/>
                  </a:ext>
                </a:extLst>
              </p:cNvPr>
              <p:cNvSpPr/>
              <p:nvPr/>
            </p:nvSpPr>
            <p:spPr>
              <a:xfrm>
                <a:off x="421316" y="4164662"/>
                <a:ext cx="291215" cy="194821"/>
              </a:xfrm>
              <a:custGeom>
                <a:avLst/>
                <a:gdLst/>
                <a:ahLst/>
                <a:cxnLst/>
                <a:rect l="l" t="t" r="r" b="b"/>
                <a:pathLst>
                  <a:path w="29945" h="20033" extrusionOk="0">
                    <a:moveTo>
                      <a:pt x="1588" y="1"/>
                    </a:moveTo>
                    <a:cubicBezTo>
                      <a:pt x="720" y="1"/>
                      <a:pt x="1" y="719"/>
                      <a:pt x="1" y="1618"/>
                    </a:cubicBezTo>
                    <a:lnTo>
                      <a:pt x="1" y="18416"/>
                    </a:lnTo>
                    <a:cubicBezTo>
                      <a:pt x="1" y="19314"/>
                      <a:pt x="720" y="20033"/>
                      <a:pt x="1588" y="20033"/>
                    </a:cubicBezTo>
                    <a:lnTo>
                      <a:pt x="28327" y="20033"/>
                    </a:lnTo>
                    <a:cubicBezTo>
                      <a:pt x="29226" y="20033"/>
                      <a:pt x="29944" y="19314"/>
                      <a:pt x="29944" y="18416"/>
                    </a:cubicBezTo>
                    <a:lnTo>
                      <a:pt x="29944" y="1618"/>
                    </a:lnTo>
                    <a:cubicBezTo>
                      <a:pt x="29944" y="719"/>
                      <a:pt x="29226" y="1"/>
                      <a:pt x="283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533;p40">
                <a:extLst>
                  <a:ext uri="{FF2B5EF4-FFF2-40B4-BE49-F238E27FC236}">
                    <a16:creationId xmlns:a16="http://schemas.microsoft.com/office/drawing/2014/main" id="{5F678543-E4DC-1541-C075-B53452D7A66D}"/>
                  </a:ext>
                </a:extLst>
              </p:cNvPr>
              <p:cNvSpPr/>
              <p:nvPr/>
            </p:nvSpPr>
            <p:spPr>
              <a:xfrm>
                <a:off x="1527009" y="4133795"/>
                <a:ext cx="110077" cy="86202"/>
              </a:xfrm>
              <a:custGeom>
                <a:avLst/>
                <a:gdLst/>
                <a:ahLst/>
                <a:cxnLst/>
                <a:rect l="l" t="t" r="r" b="b"/>
                <a:pathLst>
                  <a:path w="11319" h="8864" extrusionOk="0">
                    <a:moveTo>
                      <a:pt x="1434" y="1130"/>
                    </a:moveTo>
                    <a:cubicBezTo>
                      <a:pt x="1436" y="1130"/>
                      <a:pt x="1437" y="1133"/>
                      <a:pt x="1437" y="1138"/>
                    </a:cubicBezTo>
                    <a:cubicBezTo>
                      <a:pt x="1437" y="1138"/>
                      <a:pt x="1437" y="1157"/>
                      <a:pt x="1394" y="1179"/>
                    </a:cubicBezTo>
                    <a:lnTo>
                      <a:pt x="1394" y="1179"/>
                    </a:lnTo>
                    <a:cubicBezTo>
                      <a:pt x="1412" y="1156"/>
                      <a:pt x="1428" y="1130"/>
                      <a:pt x="1434" y="1130"/>
                    </a:cubicBezTo>
                    <a:close/>
                    <a:moveTo>
                      <a:pt x="3773" y="1"/>
                    </a:moveTo>
                    <a:cubicBezTo>
                      <a:pt x="3204" y="1"/>
                      <a:pt x="2605" y="31"/>
                      <a:pt x="2036" y="60"/>
                    </a:cubicBezTo>
                    <a:lnTo>
                      <a:pt x="1557" y="90"/>
                    </a:lnTo>
                    <a:lnTo>
                      <a:pt x="1048" y="90"/>
                    </a:lnTo>
                    <a:cubicBezTo>
                      <a:pt x="868" y="150"/>
                      <a:pt x="719" y="270"/>
                      <a:pt x="599" y="420"/>
                    </a:cubicBezTo>
                    <a:cubicBezTo>
                      <a:pt x="539" y="510"/>
                      <a:pt x="479" y="599"/>
                      <a:pt x="419" y="689"/>
                    </a:cubicBezTo>
                    <a:cubicBezTo>
                      <a:pt x="389" y="779"/>
                      <a:pt x="329" y="869"/>
                      <a:pt x="329" y="959"/>
                    </a:cubicBezTo>
                    <a:cubicBezTo>
                      <a:pt x="300" y="1049"/>
                      <a:pt x="270" y="1109"/>
                      <a:pt x="240" y="1198"/>
                    </a:cubicBezTo>
                    <a:cubicBezTo>
                      <a:pt x="120" y="1767"/>
                      <a:pt x="30" y="2366"/>
                      <a:pt x="30" y="2965"/>
                    </a:cubicBezTo>
                    <a:cubicBezTo>
                      <a:pt x="0" y="3504"/>
                      <a:pt x="0" y="4043"/>
                      <a:pt x="30" y="4552"/>
                    </a:cubicBezTo>
                    <a:cubicBezTo>
                      <a:pt x="30" y="5061"/>
                      <a:pt x="60" y="5540"/>
                      <a:pt x="90" y="5959"/>
                    </a:cubicBezTo>
                    <a:cubicBezTo>
                      <a:pt x="180" y="6828"/>
                      <a:pt x="270" y="7546"/>
                      <a:pt x="329" y="8055"/>
                    </a:cubicBezTo>
                    <a:cubicBezTo>
                      <a:pt x="419" y="8564"/>
                      <a:pt x="479" y="8864"/>
                      <a:pt x="479" y="8864"/>
                    </a:cubicBezTo>
                    <a:cubicBezTo>
                      <a:pt x="479" y="8864"/>
                      <a:pt x="509" y="8594"/>
                      <a:pt x="539" y="8085"/>
                    </a:cubicBezTo>
                    <a:cubicBezTo>
                      <a:pt x="599" y="7576"/>
                      <a:pt x="659" y="6858"/>
                      <a:pt x="719" y="5989"/>
                    </a:cubicBezTo>
                    <a:cubicBezTo>
                      <a:pt x="809" y="5121"/>
                      <a:pt x="868" y="4103"/>
                      <a:pt x="988" y="3055"/>
                    </a:cubicBezTo>
                    <a:cubicBezTo>
                      <a:pt x="1048" y="2546"/>
                      <a:pt x="1138" y="2007"/>
                      <a:pt x="1288" y="1498"/>
                    </a:cubicBezTo>
                    <a:cubicBezTo>
                      <a:pt x="1288" y="1438"/>
                      <a:pt x="1318" y="1408"/>
                      <a:pt x="1318" y="1348"/>
                    </a:cubicBezTo>
                    <a:cubicBezTo>
                      <a:pt x="1348" y="1288"/>
                      <a:pt x="1378" y="1258"/>
                      <a:pt x="1378" y="1198"/>
                    </a:cubicBezTo>
                    <a:lnTo>
                      <a:pt x="1467" y="1198"/>
                    </a:lnTo>
                    <a:cubicBezTo>
                      <a:pt x="1497" y="1183"/>
                      <a:pt x="1535" y="1176"/>
                      <a:pt x="1572" y="1176"/>
                    </a:cubicBezTo>
                    <a:cubicBezTo>
                      <a:pt x="1610" y="1176"/>
                      <a:pt x="1647" y="1183"/>
                      <a:pt x="1677" y="1198"/>
                    </a:cubicBezTo>
                    <a:lnTo>
                      <a:pt x="2066" y="1168"/>
                    </a:lnTo>
                    <a:lnTo>
                      <a:pt x="3803" y="1109"/>
                    </a:lnTo>
                    <a:cubicBezTo>
                      <a:pt x="4372" y="1079"/>
                      <a:pt x="4911" y="1049"/>
                      <a:pt x="5450" y="1019"/>
                    </a:cubicBezTo>
                    <a:cubicBezTo>
                      <a:pt x="6558" y="959"/>
                      <a:pt x="7546" y="899"/>
                      <a:pt x="8414" y="809"/>
                    </a:cubicBezTo>
                    <a:cubicBezTo>
                      <a:pt x="9283" y="749"/>
                      <a:pt x="10031" y="659"/>
                      <a:pt x="10540" y="599"/>
                    </a:cubicBezTo>
                    <a:cubicBezTo>
                      <a:pt x="11019" y="540"/>
                      <a:pt x="11319" y="480"/>
                      <a:pt x="11319" y="480"/>
                    </a:cubicBezTo>
                    <a:cubicBezTo>
                      <a:pt x="11319" y="480"/>
                      <a:pt x="11019" y="450"/>
                      <a:pt x="10510" y="360"/>
                    </a:cubicBezTo>
                    <a:cubicBezTo>
                      <a:pt x="10031" y="300"/>
                      <a:pt x="9283" y="240"/>
                      <a:pt x="8414" y="180"/>
                    </a:cubicBezTo>
                    <a:cubicBezTo>
                      <a:pt x="7995" y="150"/>
                      <a:pt x="7516" y="120"/>
                      <a:pt x="7007" y="90"/>
                    </a:cubicBezTo>
                    <a:cubicBezTo>
                      <a:pt x="6528" y="60"/>
                      <a:pt x="5989" y="60"/>
                      <a:pt x="5450" y="31"/>
                    </a:cubicBezTo>
                    <a:cubicBezTo>
                      <a:pt x="4881" y="1"/>
                      <a:pt x="4342" y="1"/>
                      <a:pt x="3773" y="1"/>
                    </a:cubicBezTo>
                    <a:close/>
                  </a:path>
                </a:pathLst>
              </a:custGeom>
              <a:solidFill>
                <a:srgbClr val="901D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534;p40">
                <a:extLst>
                  <a:ext uri="{FF2B5EF4-FFF2-40B4-BE49-F238E27FC236}">
                    <a16:creationId xmlns:a16="http://schemas.microsoft.com/office/drawing/2014/main" id="{56C24443-1958-41C6-0DD5-EF7DFE8DA5F3}"/>
                  </a:ext>
                </a:extLst>
              </p:cNvPr>
              <p:cNvSpPr/>
              <p:nvPr/>
            </p:nvSpPr>
            <p:spPr>
              <a:xfrm>
                <a:off x="439667" y="4175145"/>
                <a:ext cx="117653" cy="38453"/>
              </a:xfrm>
              <a:custGeom>
                <a:avLst/>
                <a:gdLst/>
                <a:ahLst/>
                <a:cxnLst/>
                <a:rect l="l" t="t" r="r" b="b"/>
                <a:pathLst>
                  <a:path w="12098" h="3954" extrusionOk="0">
                    <a:moveTo>
                      <a:pt x="3384" y="1"/>
                    </a:moveTo>
                    <a:cubicBezTo>
                      <a:pt x="2935" y="1"/>
                      <a:pt x="2486" y="31"/>
                      <a:pt x="2066" y="31"/>
                    </a:cubicBezTo>
                    <a:cubicBezTo>
                      <a:pt x="1587" y="60"/>
                      <a:pt x="1108" y="240"/>
                      <a:pt x="719" y="540"/>
                    </a:cubicBezTo>
                    <a:cubicBezTo>
                      <a:pt x="420" y="809"/>
                      <a:pt x="180" y="1198"/>
                      <a:pt x="90" y="1588"/>
                    </a:cubicBezTo>
                    <a:cubicBezTo>
                      <a:pt x="0" y="1917"/>
                      <a:pt x="0" y="2246"/>
                      <a:pt x="30" y="2576"/>
                    </a:cubicBezTo>
                    <a:lnTo>
                      <a:pt x="30" y="3324"/>
                    </a:lnTo>
                    <a:cubicBezTo>
                      <a:pt x="30" y="3714"/>
                      <a:pt x="30" y="3953"/>
                      <a:pt x="30" y="3953"/>
                    </a:cubicBezTo>
                    <a:cubicBezTo>
                      <a:pt x="30" y="3953"/>
                      <a:pt x="90" y="3743"/>
                      <a:pt x="180" y="3324"/>
                    </a:cubicBezTo>
                    <a:lnTo>
                      <a:pt x="300" y="2606"/>
                    </a:lnTo>
                    <a:cubicBezTo>
                      <a:pt x="330" y="2306"/>
                      <a:pt x="390" y="2007"/>
                      <a:pt x="479" y="1737"/>
                    </a:cubicBezTo>
                    <a:cubicBezTo>
                      <a:pt x="599" y="1438"/>
                      <a:pt x="809" y="1168"/>
                      <a:pt x="1078" y="989"/>
                    </a:cubicBezTo>
                    <a:cubicBezTo>
                      <a:pt x="1378" y="779"/>
                      <a:pt x="1707" y="689"/>
                      <a:pt x="2066" y="689"/>
                    </a:cubicBezTo>
                    <a:cubicBezTo>
                      <a:pt x="2486" y="719"/>
                      <a:pt x="2935" y="719"/>
                      <a:pt x="3384" y="719"/>
                    </a:cubicBezTo>
                    <a:lnTo>
                      <a:pt x="6109" y="719"/>
                    </a:lnTo>
                    <a:cubicBezTo>
                      <a:pt x="6588" y="719"/>
                      <a:pt x="7007" y="689"/>
                      <a:pt x="7456" y="689"/>
                    </a:cubicBezTo>
                    <a:cubicBezTo>
                      <a:pt x="8295" y="689"/>
                      <a:pt x="9103" y="629"/>
                      <a:pt x="9792" y="599"/>
                    </a:cubicBezTo>
                    <a:cubicBezTo>
                      <a:pt x="11169" y="510"/>
                      <a:pt x="12098" y="360"/>
                      <a:pt x="12098" y="360"/>
                    </a:cubicBezTo>
                    <a:cubicBezTo>
                      <a:pt x="12098" y="360"/>
                      <a:pt x="11169" y="240"/>
                      <a:pt x="9792" y="150"/>
                    </a:cubicBezTo>
                    <a:cubicBezTo>
                      <a:pt x="9103" y="120"/>
                      <a:pt x="8325" y="60"/>
                      <a:pt x="7456" y="31"/>
                    </a:cubicBezTo>
                    <a:cubicBezTo>
                      <a:pt x="7007" y="31"/>
                      <a:pt x="6588" y="1"/>
                      <a:pt x="61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35;p40">
                <a:extLst>
                  <a:ext uri="{FF2B5EF4-FFF2-40B4-BE49-F238E27FC236}">
                    <a16:creationId xmlns:a16="http://schemas.microsoft.com/office/drawing/2014/main" id="{84C82EFF-4CF2-3944-523C-6A09BBA8D107}"/>
                  </a:ext>
                </a:extLst>
              </p:cNvPr>
              <p:cNvSpPr/>
              <p:nvPr/>
            </p:nvSpPr>
            <p:spPr>
              <a:xfrm>
                <a:off x="1792580" y="4056928"/>
                <a:ext cx="177929" cy="77751"/>
              </a:xfrm>
              <a:custGeom>
                <a:avLst/>
                <a:gdLst/>
                <a:ahLst/>
                <a:cxnLst/>
                <a:rect l="l" t="t" r="r" b="b"/>
                <a:pathLst>
                  <a:path w="18296" h="7995" extrusionOk="0">
                    <a:moveTo>
                      <a:pt x="8167" y="1"/>
                    </a:moveTo>
                    <a:cubicBezTo>
                      <a:pt x="7930" y="1"/>
                      <a:pt x="7693" y="11"/>
                      <a:pt x="7456" y="30"/>
                    </a:cubicBezTo>
                    <a:cubicBezTo>
                      <a:pt x="5959" y="149"/>
                      <a:pt x="4522" y="718"/>
                      <a:pt x="3354" y="1646"/>
                    </a:cubicBezTo>
                    <a:cubicBezTo>
                      <a:pt x="2815" y="2036"/>
                      <a:pt x="2336" y="2545"/>
                      <a:pt x="1917" y="3084"/>
                    </a:cubicBezTo>
                    <a:cubicBezTo>
                      <a:pt x="1737" y="3323"/>
                      <a:pt x="1558" y="3593"/>
                      <a:pt x="1408" y="3832"/>
                    </a:cubicBezTo>
                    <a:cubicBezTo>
                      <a:pt x="1288" y="4132"/>
                      <a:pt x="1138" y="4371"/>
                      <a:pt x="1049" y="4641"/>
                    </a:cubicBezTo>
                    <a:cubicBezTo>
                      <a:pt x="929" y="4880"/>
                      <a:pt x="839" y="5090"/>
                      <a:pt x="779" y="5359"/>
                    </a:cubicBezTo>
                    <a:lnTo>
                      <a:pt x="569" y="5988"/>
                    </a:lnTo>
                    <a:cubicBezTo>
                      <a:pt x="420" y="6407"/>
                      <a:pt x="330" y="6767"/>
                      <a:pt x="240" y="7066"/>
                    </a:cubicBezTo>
                    <a:cubicBezTo>
                      <a:pt x="90" y="7635"/>
                      <a:pt x="0" y="7994"/>
                      <a:pt x="0" y="7994"/>
                    </a:cubicBezTo>
                    <a:cubicBezTo>
                      <a:pt x="0" y="7994"/>
                      <a:pt x="210" y="7695"/>
                      <a:pt x="480" y="7126"/>
                    </a:cubicBezTo>
                    <a:cubicBezTo>
                      <a:pt x="629" y="6857"/>
                      <a:pt x="839" y="6557"/>
                      <a:pt x="1049" y="6168"/>
                    </a:cubicBezTo>
                    <a:lnTo>
                      <a:pt x="1378" y="5599"/>
                    </a:lnTo>
                    <a:lnTo>
                      <a:pt x="1767" y="4970"/>
                    </a:lnTo>
                    <a:cubicBezTo>
                      <a:pt x="1887" y="4731"/>
                      <a:pt x="2037" y="4551"/>
                      <a:pt x="2216" y="4371"/>
                    </a:cubicBezTo>
                    <a:cubicBezTo>
                      <a:pt x="2366" y="4162"/>
                      <a:pt x="2546" y="3952"/>
                      <a:pt x="2755" y="3742"/>
                    </a:cubicBezTo>
                    <a:cubicBezTo>
                      <a:pt x="3145" y="3353"/>
                      <a:pt x="3594" y="2964"/>
                      <a:pt x="4073" y="2665"/>
                    </a:cubicBezTo>
                    <a:cubicBezTo>
                      <a:pt x="4612" y="2335"/>
                      <a:pt x="5151" y="2066"/>
                      <a:pt x="5720" y="1856"/>
                    </a:cubicBezTo>
                    <a:cubicBezTo>
                      <a:pt x="6319" y="1676"/>
                      <a:pt x="6917" y="1557"/>
                      <a:pt x="7546" y="1497"/>
                    </a:cubicBezTo>
                    <a:cubicBezTo>
                      <a:pt x="7769" y="1476"/>
                      <a:pt x="7992" y="1466"/>
                      <a:pt x="8215" y="1466"/>
                    </a:cubicBezTo>
                    <a:cubicBezTo>
                      <a:pt x="8621" y="1466"/>
                      <a:pt x="9027" y="1499"/>
                      <a:pt x="9433" y="1557"/>
                    </a:cubicBezTo>
                    <a:lnTo>
                      <a:pt x="9882" y="1646"/>
                    </a:lnTo>
                    <a:cubicBezTo>
                      <a:pt x="10032" y="1676"/>
                      <a:pt x="10211" y="1706"/>
                      <a:pt x="10361" y="1736"/>
                    </a:cubicBezTo>
                    <a:lnTo>
                      <a:pt x="11319" y="1976"/>
                    </a:lnTo>
                    <a:cubicBezTo>
                      <a:pt x="12607" y="2245"/>
                      <a:pt x="13804" y="2455"/>
                      <a:pt x="14822" y="2635"/>
                    </a:cubicBezTo>
                    <a:cubicBezTo>
                      <a:pt x="15871" y="2844"/>
                      <a:pt x="16739" y="2934"/>
                      <a:pt x="17338" y="3024"/>
                    </a:cubicBezTo>
                    <a:cubicBezTo>
                      <a:pt x="17937" y="3084"/>
                      <a:pt x="18296" y="3114"/>
                      <a:pt x="18296" y="3114"/>
                    </a:cubicBezTo>
                    <a:cubicBezTo>
                      <a:pt x="18296" y="3114"/>
                      <a:pt x="17967" y="2994"/>
                      <a:pt x="17398" y="2754"/>
                    </a:cubicBezTo>
                    <a:cubicBezTo>
                      <a:pt x="16859" y="2515"/>
                      <a:pt x="16020" y="2185"/>
                      <a:pt x="15062" y="1826"/>
                    </a:cubicBezTo>
                    <a:cubicBezTo>
                      <a:pt x="14074" y="1497"/>
                      <a:pt x="12936" y="1078"/>
                      <a:pt x="11678" y="718"/>
                    </a:cubicBezTo>
                    <a:lnTo>
                      <a:pt x="10720" y="419"/>
                    </a:lnTo>
                    <a:cubicBezTo>
                      <a:pt x="10571" y="389"/>
                      <a:pt x="10421" y="329"/>
                      <a:pt x="10241" y="299"/>
                    </a:cubicBezTo>
                    <a:lnTo>
                      <a:pt x="9702" y="149"/>
                    </a:lnTo>
                    <a:cubicBezTo>
                      <a:pt x="9191" y="47"/>
                      <a:pt x="8679" y="1"/>
                      <a:pt x="8167" y="1"/>
                    </a:cubicBezTo>
                    <a:close/>
                  </a:path>
                </a:pathLst>
              </a:custGeom>
              <a:solidFill>
                <a:srgbClr val="B92F2F">
                  <a:alpha val="37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C588787A-A4EE-74CA-496B-CC0C1AD7E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98" y="363456"/>
            <a:ext cx="5701202" cy="441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6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B57009-F84D-E8AB-9F7F-AFED25472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4648" y="1716053"/>
            <a:ext cx="3643800" cy="2707200"/>
          </a:xfrm>
        </p:spPr>
        <p:txBody>
          <a:bodyPr/>
          <a:lstStyle/>
          <a:p>
            <a:r>
              <a:rPr lang="en-IN" dirty="0"/>
              <a:t>Fast data retrieval</a:t>
            </a:r>
          </a:p>
          <a:p>
            <a:endParaRPr lang="en-IN" dirty="0"/>
          </a:p>
          <a:p>
            <a:r>
              <a:rPr lang="en-IN" dirty="0"/>
              <a:t>Secure data management</a:t>
            </a:r>
          </a:p>
          <a:p>
            <a:endParaRPr lang="en-IN" dirty="0"/>
          </a:p>
          <a:p>
            <a:r>
              <a:rPr lang="en-IN" dirty="0"/>
              <a:t>Easy subscription handling</a:t>
            </a:r>
          </a:p>
          <a:p>
            <a:endParaRPr lang="en-IN" dirty="0"/>
          </a:p>
          <a:p>
            <a:r>
              <a:rPr lang="en-IN" dirty="0"/>
              <a:t>Reduces data redundancy</a:t>
            </a:r>
          </a:p>
          <a:p>
            <a:endParaRPr lang="en-IN" dirty="0"/>
          </a:p>
          <a:p>
            <a:r>
              <a:rPr lang="en-IN" dirty="0"/>
              <a:t>Supports analytics and reports</a:t>
            </a:r>
          </a:p>
          <a:p>
            <a:endParaRPr lang="en-IN" dirty="0"/>
          </a:p>
          <a:p>
            <a:r>
              <a:rPr lang="en-IN" dirty="0"/>
              <a:t>Efficient recommendation systems.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717044-4B63-2397-448B-BE5C300DA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5990" y="387600"/>
            <a:ext cx="3643800" cy="592200"/>
          </a:xfrm>
        </p:spPr>
        <p:txBody>
          <a:bodyPr/>
          <a:lstStyle/>
          <a:p>
            <a:pPr algn="ctr"/>
            <a:r>
              <a:rPr lang="en-IN" dirty="0"/>
              <a:t>FEATURES</a:t>
            </a:r>
          </a:p>
        </p:txBody>
      </p:sp>
      <p:grpSp>
        <p:nvGrpSpPr>
          <p:cNvPr id="7" name="Google Shape;519;p40">
            <a:extLst>
              <a:ext uri="{FF2B5EF4-FFF2-40B4-BE49-F238E27FC236}">
                <a16:creationId xmlns:a16="http://schemas.microsoft.com/office/drawing/2014/main" id="{16BADA36-FCA1-7127-0816-B2915B94D90C}"/>
              </a:ext>
            </a:extLst>
          </p:cNvPr>
          <p:cNvGrpSpPr/>
          <p:nvPr/>
        </p:nvGrpSpPr>
        <p:grpSpPr>
          <a:xfrm>
            <a:off x="0" y="2726260"/>
            <a:ext cx="4587566" cy="2029640"/>
            <a:chOff x="732130" y="2606124"/>
            <a:chExt cx="4587566" cy="2029640"/>
          </a:xfrm>
        </p:grpSpPr>
        <p:sp>
          <p:nvSpPr>
            <p:cNvPr id="8" name="Google Shape;520;p40">
              <a:extLst>
                <a:ext uri="{FF2B5EF4-FFF2-40B4-BE49-F238E27FC236}">
                  <a16:creationId xmlns:a16="http://schemas.microsoft.com/office/drawing/2014/main" id="{EAFD1841-2ABB-6BB4-60DB-8BE46F843E7E}"/>
                </a:ext>
              </a:extLst>
            </p:cNvPr>
            <p:cNvSpPr/>
            <p:nvPr/>
          </p:nvSpPr>
          <p:spPr>
            <a:xfrm>
              <a:off x="962120" y="4312364"/>
              <a:ext cx="4257900" cy="323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521;p40">
              <a:extLst>
                <a:ext uri="{FF2B5EF4-FFF2-40B4-BE49-F238E27FC236}">
                  <a16:creationId xmlns:a16="http://schemas.microsoft.com/office/drawing/2014/main" id="{437BEEA6-0B0A-B073-A108-F1D21DD3374E}"/>
                </a:ext>
              </a:extLst>
            </p:cNvPr>
            <p:cNvGrpSpPr/>
            <p:nvPr/>
          </p:nvGrpSpPr>
          <p:grpSpPr>
            <a:xfrm flipH="1">
              <a:off x="732130" y="2606124"/>
              <a:ext cx="4587566" cy="1883527"/>
              <a:chOff x="234372" y="3899675"/>
              <a:chExt cx="2100726" cy="862539"/>
            </a:xfrm>
          </p:grpSpPr>
          <p:sp>
            <p:nvSpPr>
              <p:cNvPr id="10" name="Google Shape;522;p40">
                <a:extLst>
                  <a:ext uri="{FF2B5EF4-FFF2-40B4-BE49-F238E27FC236}">
                    <a16:creationId xmlns:a16="http://schemas.microsoft.com/office/drawing/2014/main" id="{08E5ED8B-F26E-7C60-518F-871D19637784}"/>
                  </a:ext>
                </a:extLst>
              </p:cNvPr>
              <p:cNvSpPr/>
              <p:nvPr/>
            </p:nvSpPr>
            <p:spPr>
              <a:xfrm>
                <a:off x="327265" y="3899675"/>
                <a:ext cx="1951623" cy="649669"/>
              </a:xfrm>
              <a:custGeom>
                <a:avLst/>
                <a:gdLst/>
                <a:ahLst/>
                <a:cxnLst/>
                <a:rect l="l" t="t" r="r" b="b"/>
                <a:pathLst>
                  <a:path w="200681" h="66804" extrusionOk="0">
                    <a:moveTo>
                      <a:pt x="200681" y="0"/>
                    </a:moveTo>
                    <a:lnTo>
                      <a:pt x="102946" y="5091"/>
                    </a:lnTo>
                    <a:cubicBezTo>
                      <a:pt x="99023" y="5270"/>
                      <a:pt x="95759" y="8235"/>
                      <a:pt x="95220" y="12157"/>
                    </a:cubicBezTo>
                    <a:lnTo>
                      <a:pt x="94472" y="17188"/>
                    </a:lnTo>
                    <a:cubicBezTo>
                      <a:pt x="93903" y="21230"/>
                      <a:pt x="90429" y="24254"/>
                      <a:pt x="86327" y="24254"/>
                    </a:cubicBezTo>
                    <a:lnTo>
                      <a:pt x="0" y="24254"/>
                    </a:lnTo>
                    <a:lnTo>
                      <a:pt x="6169" y="66804"/>
                    </a:lnTo>
                    <a:lnTo>
                      <a:pt x="182086" y="63929"/>
                    </a:lnTo>
                    <a:lnTo>
                      <a:pt x="2006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23;p40">
                <a:extLst>
                  <a:ext uri="{FF2B5EF4-FFF2-40B4-BE49-F238E27FC236}">
                    <a16:creationId xmlns:a16="http://schemas.microsoft.com/office/drawing/2014/main" id="{1E5383CB-C886-4564-D555-9E1AC09A0401}"/>
                  </a:ext>
                </a:extLst>
              </p:cNvPr>
              <p:cNvSpPr/>
              <p:nvPr/>
            </p:nvSpPr>
            <p:spPr>
              <a:xfrm>
                <a:off x="367741" y="4611652"/>
                <a:ext cx="1774287" cy="150562"/>
              </a:xfrm>
              <a:custGeom>
                <a:avLst/>
                <a:gdLst/>
                <a:ahLst/>
                <a:cxnLst/>
                <a:rect l="l" t="t" r="r" b="b"/>
                <a:pathLst>
                  <a:path w="182446" h="15482" extrusionOk="0">
                    <a:moveTo>
                      <a:pt x="3144" y="1"/>
                    </a:moveTo>
                    <a:lnTo>
                      <a:pt x="0" y="15481"/>
                    </a:lnTo>
                    <a:lnTo>
                      <a:pt x="3144" y="15481"/>
                    </a:lnTo>
                    <a:lnTo>
                      <a:pt x="8774" y="5660"/>
                    </a:lnTo>
                    <a:lnTo>
                      <a:pt x="172504" y="5660"/>
                    </a:lnTo>
                    <a:lnTo>
                      <a:pt x="178972" y="15481"/>
                    </a:lnTo>
                    <a:lnTo>
                      <a:pt x="182446" y="15481"/>
                    </a:lnTo>
                    <a:lnTo>
                      <a:pt x="1771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24;p40">
                <a:extLst>
                  <a:ext uri="{FF2B5EF4-FFF2-40B4-BE49-F238E27FC236}">
                    <a16:creationId xmlns:a16="http://schemas.microsoft.com/office/drawing/2014/main" id="{68A0C652-AD8E-64BC-055B-A863D825F304}"/>
                  </a:ext>
                </a:extLst>
              </p:cNvPr>
              <p:cNvSpPr/>
              <p:nvPr/>
            </p:nvSpPr>
            <p:spPr>
              <a:xfrm>
                <a:off x="234372" y="3899675"/>
                <a:ext cx="2100726" cy="724804"/>
              </a:xfrm>
              <a:custGeom>
                <a:avLst/>
                <a:gdLst/>
                <a:ahLst/>
                <a:cxnLst/>
                <a:rect l="l" t="t" r="r" b="b"/>
                <a:pathLst>
                  <a:path w="216013" h="74530" extrusionOk="0">
                    <a:moveTo>
                      <a:pt x="210263" y="0"/>
                    </a:moveTo>
                    <a:cubicBezTo>
                      <a:pt x="208317" y="0"/>
                      <a:pt x="206610" y="1258"/>
                      <a:pt x="206011" y="3084"/>
                    </a:cubicBezTo>
                    <a:lnTo>
                      <a:pt x="187057" y="60815"/>
                    </a:lnTo>
                    <a:cubicBezTo>
                      <a:pt x="186847" y="61474"/>
                      <a:pt x="186218" y="61893"/>
                      <a:pt x="185560" y="61893"/>
                    </a:cubicBezTo>
                    <a:lnTo>
                      <a:pt x="20901" y="62342"/>
                    </a:lnTo>
                    <a:cubicBezTo>
                      <a:pt x="20212" y="62342"/>
                      <a:pt x="19583" y="61863"/>
                      <a:pt x="19404" y="61174"/>
                    </a:cubicBezTo>
                    <a:lnTo>
                      <a:pt x="9552" y="24254"/>
                    </a:lnTo>
                    <a:lnTo>
                      <a:pt x="1378" y="24254"/>
                    </a:lnTo>
                    <a:cubicBezTo>
                      <a:pt x="599" y="24254"/>
                      <a:pt x="0" y="24973"/>
                      <a:pt x="180" y="25751"/>
                    </a:cubicBezTo>
                    <a:lnTo>
                      <a:pt x="9313" y="68810"/>
                    </a:lnTo>
                    <a:cubicBezTo>
                      <a:pt x="9852" y="71385"/>
                      <a:pt x="12127" y="73212"/>
                      <a:pt x="14762" y="73242"/>
                    </a:cubicBezTo>
                    <a:lnTo>
                      <a:pt x="187566" y="74529"/>
                    </a:lnTo>
                    <a:cubicBezTo>
                      <a:pt x="187588" y="74529"/>
                      <a:pt x="187610" y="74529"/>
                      <a:pt x="187631" y="74529"/>
                    </a:cubicBezTo>
                    <a:cubicBezTo>
                      <a:pt x="193593" y="74529"/>
                      <a:pt x="198770" y="70466"/>
                      <a:pt x="200202" y="64678"/>
                    </a:cubicBezTo>
                    <a:lnTo>
                      <a:pt x="2160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25;p40">
                <a:extLst>
                  <a:ext uri="{FF2B5EF4-FFF2-40B4-BE49-F238E27FC236}">
                    <a16:creationId xmlns:a16="http://schemas.microsoft.com/office/drawing/2014/main" id="{5BD556F0-D337-E119-C9D6-1DA00485601E}"/>
                  </a:ext>
                </a:extLst>
              </p:cNvPr>
              <p:cNvSpPr/>
              <p:nvPr/>
            </p:nvSpPr>
            <p:spPr>
              <a:xfrm>
                <a:off x="235247" y="3899675"/>
                <a:ext cx="2046850" cy="607171"/>
              </a:xfrm>
              <a:custGeom>
                <a:avLst/>
                <a:gdLst/>
                <a:ahLst/>
                <a:cxnLst/>
                <a:rect l="l" t="t" r="r" b="b"/>
                <a:pathLst>
                  <a:path w="210473" h="62434" extrusionOk="0">
                    <a:moveTo>
                      <a:pt x="1677" y="24254"/>
                    </a:moveTo>
                    <a:cubicBezTo>
                      <a:pt x="1467" y="24254"/>
                      <a:pt x="1258" y="24254"/>
                      <a:pt x="1048" y="24284"/>
                    </a:cubicBezTo>
                    <a:cubicBezTo>
                      <a:pt x="809" y="24314"/>
                      <a:pt x="629" y="24404"/>
                      <a:pt x="449" y="24554"/>
                    </a:cubicBezTo>
                    <a:cubicBezTo>
                      <a:pt x="120" y="24853"/>
                      <a:pt x="0" y="25302"/>
                      <a:pt x="90" y="25751"/>
                    </a:cubicBezTo>
                    <a:cubicBezTo>
                      <a:pt x="0" y="25302"/>
                      <a:pt x="150" y="24883"/>
                      <a:pt x="479" y="24584"/>
                    </a:cubicBezTo>
                    <a:cubicBezTo>
                      <a:pt x="629" y="24434"/>
                      <a:pt x="839" y="24344"/>
                      <a:pt x="1048" y="24314"/>
                    </a:cubicBezTo>
                    <a:cubicBezTo>
                      <a:pt x="1258" y="24284"/>
                      <a:pt x="1467" y="24284"/>
                      <a:pt x="1707" y="24284"/>
                    </a:cubicBezTo>
                    <a:lnTo>
                      <a:pt x="9462" y="24284"/>
                    </a:lnTo>
                    <a:lnTo>
                      <a:pt x="9462" y="24254"/>
                    </a:lnTo>
                    <a:close/>
                    <a:moveTo>
                      <a:pt x="210472" y="0"/>
                    </a:moveTo>
                    <a:lnTo>
                      <a:pt x="210472" y="0"/>
                    </a:lnTo>
                    <a:cubicBezTo>
                      <a:pt x="210113" y="0"/>
                      <a:pt x="209754" y="30"/>
                      <a:pt x="209394" y="60"/>
                    </a:cubicBezTo>
                    <a:cubicBezTo>
                      <a:pt x="208676" y="210"/>
                      <a:pt x="207987" y="509"/>
                      <a:pt x="207418" y="928"/>
                    </a:cubicBezTo>
                    <a:cubicBezTo>
                      <a:pt x="206819" y="1378"/>
                      <a:pt x="206370" y="1976"/>
                      <a:pt x="206071" y="2635"/>
                    </a:cubicBezTo>
                    <a:cubicBezTo>
                      <a:pt x="205921" y="2994"/>
                      <a:pt x="205801" y="3324"/>
                      <a:pt x="205681" y="3683"/>
                    </a:cubicBezTo>
                    <a:lnTo>
                      <a:pt x="205352" y="4701"/>
                    </a:lnTo>
                    <a:lnTo>
                      <a:pt x="203975" y="8833"/>
                    </a:lnTo>
                    <a:lnTo>
                      <a:pt x="198495" y="25392"/>
                    </a:lnTo>
                    <a:lnTo>
                      <a:pt x="187596" y="58539"/>
                    </a:lnTo>
                    <a:lnTo>
                      <a:pt x="186907" y="60605"/>
                    </a:lnTo>
                    <a:cubicBezTo>
                      <a:pt x="186817" y="60935"/>
                      <a:pt x="186637" y="61234"/>
                      <a:pt x="186368" y="61474"/>
                    </a:cubicBezTo>
                    <a:cubicBezTo>
                      <a:pt x="186128" y="61683"/>
                      <a:pt x="185799" y="61803"/>
                      <a:pt x="185440" y="61803"/>
                    </a:cubicBezTo>
                    <a:lnTo>
                      <a:pt x="172384" y="61803"/>
                    </a:lnTo>
                    <a:lnTo>
                      <a:pt x="154927" y="61833"/>
                    </a:lnTo>
                    <a:lnTo>
                      <a:pt x="120073" y="61893"/>
                    </a:lnTo>
                    <a:lnTo>
                      <a:pt x="50305" y="62133"/>
                    </a:lnTo>
                    <a:lnTo>
                      <a:pt x="32878" y="62192"/>
                    </a:lnTo>
                    <a:lnTo>
                      <a:pt x="24164" y="62222"/>
                    </a:lnTo>
                    <a:lnTo>
                      <a:pt x="20871" y="62222"/>
                    </a:lnTo>
                    <a:cubicBezTo>
                      <a:pt x="20837" y="62225"/>
                      <a:pt x="20803" y="62227"/>
                      <a:pt x="20770" y="62227"/>
                    </a:cubicBezTo>
                    <a:cubicBezTo>
                      <a:pt x="20475" y="62227"/>
                      <a:pt x="20184" y="62111"/>
                      <a:pt x="19942" y="61923"/>
                    </a:cubicBezTo>
                    <a:cubicBezTo>
                      <a:pt x="19673" y="61713"/>
                      <a:pt x="19463" y="61414"/>
                      <a:pt x="19403" y="61085"/>
                    </a:cubicBezTo>
                    <a:lnTo>
                      <a:pt x="19134" y="60037"/>
                    </a:lnTo>
                    <a:lnTo>
                      <a:pt x="18535" y="57970"/>
                    </a:lnTo>
                    <a:lnTo>
                      <a:pt x="9492" y="24284"/>
                    </a:lnTo>
                    <a:lnTo>
                      <a:pt x="9492" y="24254"/>
                    </a:lnTo>
                    <a:lnTo>
                      <a:pt x="9462" y="24254"/>
                    </a:lnTo>
                    <a:lnTo>
                      <a:pt x="18355" y="58000"/>
                    </a:lnTo>
                    <a:lnTo>
                      <a:pt x="18924" y="60096"/>
                    </a:lnTo>
                    <a:lnTo>
                      <a:pt x="19194" y="61144"/>
                    </a:lnTo>
                    <a:cubicBezTo>
                      <a:pt x="19369" y="61902"/>
                      <a:pt x="20054" y="62433"/>
                      <a:pt x="20809" y="62433"/>
                    </a:cubicBezTo>
                    <a:cubicBezTo>
                      <a:pt x="20829" y="62433"/>
                      <a:pt x="20850" y="62433"/>
                      <a:pt x="20871" y="62432"/>
                    </a:cubicBezTo>
                    <a:lnTo>
                      <a:pt x="32878" y="62432"/>
                    </a:lnTo>
                    <a:lnTo>
                      <a:pt x="50305" y="62402"/>
                    </a:lnTo>
                    <a:lnTo>
                      <a:pt x="120073" y="62282"/>
                    </a:lnTo>
                    <a:lnTo>
                      <a:pt x="154927" y="62103"/>
                    </a:lnTo>
                    <a:lnTo>
                      <a:pt x="172354" y="62043"/>
                    </a:lnTo>
                    <a:lnTo>
                      <a:pt x="181068" y="62013"/>
                    </a:lnTo>
                    <a:lnTo>
                      <a:pt x="185440" y="62013"/>
                    </a:lnTo>
                    <a:cubicBezTo>
                      <a:pt x="185829" y="62013"/>
                      <a:pt x="186218" y="61893"/>
                      <a:pt x="186518" y="61654"/>
                    </a:cubicBezTo>
                    <a:cubicBezTo>
                      <a:pt x="186817" y="61384"/>
                      <a:pt x="187027" y="61055"/>
                      <a:pt x="187117" y="60665"/>
                    </a:cubicBezTo>
                    <a:lnTo>
                      <a:pt x="187805" y="58599"/>
                    </a:lnTo>
                    <a:lnTo>
                      <a:pt x="198645" y="25452"/>
                    </a:lnTo>
                    <a:lnTo>
                      <a:pt x="204064" y="8863"/>
                    </a:lnTo>
                    <a:lnTo>
                      <a:pt x="205412" y="4701"/>
                    </a:lnTo>
                    <a:lnTo>
                      <a:pt x="205741" y="3653"/>
                    </a:lnTo>
                    <a:cubicBezTo>
                      <a:pt x="205861" y="3324"/>
                      <a:pt x="205951" y="2965"/>
                      <a:pt x="206101" y="2635"/>
                    </a:cubicBezTo>
                    <a:cubicBezTo>
                      <a:pt x="206729" y="1288"/>
                      <a:pt x="207957" y="330"/>
                      <a:pt x="209394" y="90"/>
                    </a:cubicBezTo>
                    <a:cubicBezTo>
                      <a:pt x="209754" y="30"/>
                      <a:pt x="210113" y="0"/>
                      <a:pt x="2104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526;p40">
                <a:extLst>
                  <a:ext uri="{FF2B5EF4-FFF2-40B4-BE49-F238E27FC236}">
                    <a16:creationId xmlns:a16="http://schemas.microsoft.com/office/drawing/2014/main" id="{57AB3795-D49B-A600-0E43-319A13ADD5D4}"/>
                  </a:ext>
                </a:extLst>
              </p:cNvPr>
              <p:cNvSpPr/>
              <p:nvPr/>
            </p:nvSpPr>
            <p:spPr>
              <a:xfrm>
                <a:off x="236113" y="3899675"/>
                <a:ext cx="2098986" cy="728004"/>
              </a:xfrm>
              <a:custGeom>
                <a:avLst/>
                <a:gdLst/>
                <a:ahLst/>
                <a:cxnLst/>
                <a:rect l="l" t="t" r="r" b="b"/>
                <a:pathLst>
                  <a:path w="215834" h="74859" extrusionOk="0">
                    <a:moveTo>
                      <a:pt x="215833" y="0"/>
                    </a:moveTo>
                    <a:lnTo>
                      <a:pt x="215833" y="0"/>
                    </a:lnTo>
                    <a:cubicBezTo>
                      <a:pt x="215831" y="8"/>
                      <a:pt x="211160" y="18720"/>
                      <a:pt x="204185" y="46742"/>
                    </a:cubicBezTo>
                    <a:cubicBezTo>
                      <a:pt x="203317" y="50245"/>
                      <a:pt x="202418" y="53898"/>
                      <a:pt x="201460" y="57701"/>
                    </a:cubicBezTo>
                    <a:lnTo>
                      <a:pt x="200053" y="63450"/>
                    </a:lnTo>
                    <a:cubicBezTo>
                      <a:pt x="199933" y="63929"/>
                      <a:pt x="199813" y="64438"/>
                      <a:pt x="199664" y="64917"/>
                    </a:cubicBezTo>
                    <a:lnTo>
                      <a:pt x="199454" y="65636"/>
                    </a:lnTo>
                    <a:cubicBezTo>
                      <a:pt x="199364" y="65876"/>
                      <a:pt x="199274" y="66085"/>
                      <a:pt x="199185" y="66325"/>
                    </a:cubicBezTo>
                    <a:lnTo>
                      <a:pt x="199065" y="66684"/>
                    </a:lnTo>
                    <a:lnTo>
                      <a:pt x="198885" y="67013"/>
                    </a:lnTo>
                    <a:cubicBezTo>
                      <a:pt x="198765" y="67223"/>
                      <a:pt x="198676" y="67463"/>
                      <a:pt x="198556" y="67672"/>
                    </a:cubicBezTo>
                    <a:cubicBezTo>
                      <a:pt x="198316" y="68121"/>
                      <a:pt x="198047" y="68540"/>
                      <a:pt x="197747" y="68960"/>
                    </a:cubicBezTo>
                    <a:cubicBezTo>
                      <a:pt x="197448" y="69379"/>
                      <a:pt x="197118" y="69768"/>
                      <a:pt x="196789" y="70157"/>
                    </a:cubicBezTo>
                    <a:cubicBezTo>
                      <a:pt x="196430" y="70517"/>
                      <a:pt x="196070" y="70876"/>
                      <a:pt x="195651" y="71205"/>
                    </a:cubicBezTo>
                    <a:cubicBezTo>
                      <a:pt x="195262" y="71535"/>
                      <a:pt x="194873" y="71834"/>
                      <a:pt x="194424" y="72134"/>
                    </a:cubicBezTo>
                    <a:cubicBezTo>
                      <a:pt x="194214" y="72283"/>
                      <a:pt x="194004" y="72403"/>
                      <a:pt x="193765" y="72523"/>
                    </a:cubicBezTo>
                    <a:cubicBezTo>
                      <a:pt x="193555" y="72673"/>
                      <a:pt x="193316" y="72792"/>
                      <a:pt x="193076" y="72912"/>
                    </a:cubicBezTo>
                    <a:cubicBezTo>
                      <a:pt x="192627" y="73152"/>
                      <a:pt x="192148" y="73331"/>
                      <a:pt x="191639" y="73511"/>
                    </a:cubicBezTo>
                    <a:cubicBezTo>
                      <a:pt x="191399" y="73601"/>
                      <a:pt x="191160" y="73661"/>
                      <a:pt x="190890" y="73751"/>
                    </a:cubicBezTo>
                    <a:cubicBezTo>
                      <a:pt x="190770" y="73781"/>
                      <a:pt x="190651" y="73840"/>
                      <a:pt x="190531" y="73870"/>
                    </a:cubicBezTo>
                    <a:lnTo>
                      <a:pt x="190142" y="73930"/>
                    </a:lnTo>
                    <a:cubicBezTo>
                      <a:pt x="189902" y="73990"/>
                      <a:pt x="189633" y="74050"/>
                      <a:pt x="189363" y="74080"/>
                    </a:cubicBezTo>
                    <a:lnTo>
                      <a:pt x="188585" y="74170"/>
                    </a:lnTo>
                    <a:cubicBezTo>
                      <a:pt x="188345" y="74200"/>
                      <a:pt x="188076" y="74200"/>
                      <a:pt x="187806" y="74200"/>
                    </a:cubicBezTo>
                    <a:lnTo>
                      <a:pt x="186998" y="74200"/>
                    </a:lnTo>
                    <a:lnTo>
                      <a:pt x="173703" y="74110"/>
                    </a:lnTo>
                    <a:lnTo>
                      <a:pt x="117110" y="73631"/>
                    </a:lnTo>
                    <a:lnTo>
                      <a:pt x="60517" y="73242"/>
                    </a:lnTo>
                    <a:lnTo>
                      <a:pt x="34466" y="73122"/>
                    </a:lnTo>
                    <a:lnTo>
                      <a:pt x="22399" y="73062"/>
                    </a:lnTo>
                    <a:lnTo>
                      <a:pt x="16679" y="73032"/>
                    </a:lnTo>
                    <a:lnTo>
                      <a:pt x="14583" y="73032"/>
                    </a:lnTo>
                    <a:cubicBezTo>
                      <a:pt x="14344" y="73032"/>
                      <a:pt x="14134" y="73002"/>
                      <a:pt x="13895" y="72972"/>
                    </a:cubicBezTo>
                    <a:cubicBezTo>
                      <a:pt x="13026" y="72852"/>
                      <a:pt x="12188" y="72523"/>
                      <a:pt x="11469" y="72014"/>
                    </a:cubicBezTo>
                    <a:cubicBezTo>
                      <a:pt x="10781" y="71535"/>
                      <a:pt x="10212" y="70846"/>
                      <a:pt x="9822" y="70098"/>
                    </a:cubicBezTo>
                    <a:cubicBezTo>
                      <a:pt x="9613" y="69708"/>
                      <a:pt x="9463" y="69319"/>
                      <a:pt x="9373" y="68900"/>
                    </a:cubicBezTo>
                    <a:cubicBezTo>
                      <a:pt x="9283" y="68481"/>
                      <a:pt x="9194" y="68061"/>
                      <a:pt x="9104" y="67642"/>
                    </a:cubicBezTo>
                    <a:cubicBezTo>
                      <a:pt x="8714" y="65935"/>
                      <a:pt x="8355" y="64289"/>
                      <a:pt x="8026" y="62672"/>
                    </a:cubicBezTo>
                    <a:cubicBezTo>
                      <a:pt x="7337" y="59468"/>
                      <a:pt x="6648" y="56413"/>
                      <a:pt x="6050" y="53539"/>
                    </a:cubicBezTo>
                    <a:lnTo>
                      <a:pt x="2816" y="38687"/>
                    </a:lnTo>
                    <a:cubicBezTo>
                      <a:pt x="1019" y="30453"/>
                      <a:pt x="1" y="25752"/>
                      <a:pt x="1" y="25751"/>
                    </a:cubicBezTo>
                    <a:lnTo>
                      <a:pt x="1" y="25751"/>
                    </a:lnTo>
                    <a:cubicBezTo>
                      <a:pt x="1" y="25752"/>
                      <a:pt x="989" y="30453"/>
                      <a:pt x="2696" y="38717"/>
                    </a:cubicBezTo>
                    <a:cubicBezTo>
                      <a:pt x="3534" y="42849"/>
                      <a:pt x="4582" y="47850"/>
                      <a:pt x="5780" y="53599"/>
                    </a:cubicBezTo>
                    <a:cubicBezTo>
                      <a:pt x="6379" y="56473"/>
                      <a:pt x="7008" y="59557"/>
                      <a:pt x="7666" y="62761"/>
                    </a:cubicBezTo>
                    <a:cubicBezTo>
                      <a:pt x="7996" y="64378"/>
                      <a:pt x="8355" y="66025"/>
                      <a:pt x="8714" y="67732"/>
                    </a:cubicBezTo>
                    <a:cubicBezTo>
                      <a:pt x="8804" y="68151"/>
                      <a:pt x="8864" y="68570"/>
                      <a:pt x="8984" y="69020"/>
                    </a:cubicBezTo>
                    <a:cubicBezTo>
                      <a:pt x="9074" y="69439"/>
                      <a:pt x="9224" y="69888"/>
                      <a:pt x="9433" y="70307"/>
                    </a:cubicBezTo>
                    <a:cubicBezTo>
                      <a:pt x="9852" y="71116"/>
                      <a:pt x="10481" y="71834"/>
                      <a:pt x="11230" y="72403"/>
                    </a:cubicBezTo>
                    <a:cubicBezTo>
                      <a:pt x="12008" y="72942"/>
                      <a:pt x="12907" y="73301"/>
                      <a:pt x="13865" y="73451"/>
                    </a:cubicBezTo>
                    <a:cubicBezTo>
                      <a:pt x="14074" y="73481"/>
                      <a:pt x="14314" y="73481"/>
                      <a:pt x="14553" y="73511"/>
                    </a:cubicBezTo>
                    <a:lnTo>
                      <a:pt x="16649" y="73511"/>
                    </a:lnTo>
                    <a:lnTo>
                      <a:pt x="22399" y="73571"/>
                    </a:lnTo>
                    <a:lnTo>
                      <a:pt x="34466" y="73691"/>
                    </a:lnTo>
                    <a:lnTo>
                      <a:pt x="60517" y="73930"/>
                    </a:lnTo>
                    <a:lnTo>
                      <a:pt x="117110" y="74409"/>
                    </a:lnTo>
                    <a:lnTo>
                      <a:pt x="173703" y="74769"/>
                    </a:lnTo>
                    <a:lnTo>
                      <a:pt x="186998" y="74859"/>
                    </a:lnTo>
                    <a:lnTo>
                      <a:pt x="187836" y="74859"/>
                    </a:lnTo>
                    <a:cubicBezTo>
                      <a:pt x="188105" y="74829"/>
                      <a:pt x="188375" y="74829"/>
                      <a:pt x="188644" y="74799"/>
                    </a:cubicBezTo>
                    <a:lnTo>
                      <a:pt x="189483" y="74709"/>
                    </a:lnTo>
                    <a:cubicBezTo>
                      <a:pt x="189752" y="74679"/>
                      <a:pt x="190022" y="74589"/>
                      <a:pt x="190291" y="74529"/>
                    </a:cubicBezTo>
                    <a:lnTo>
                      <a:pt x="190681" y="74469"/>
                    </a:lnTo>
                    <a:cubicBezTo>
                      <a:pt x="190830" y="74409"/>
                      <a:pt x="190950" y="74379"/>
                      <a:pt x="191100" y="74349"/>
                    </a:cubicBezTo>
                    <a:cubicBezTo>
                      <a:pt x="191339" y="74260"/>
                      <a:pt x="191609" y="74200"/>
                      <a:pt x="191878" y="74110"/>
                    </a:cubicBezTo>
                    <a:cubicBezTo>
                      <a:pt x="192387" y="73900"/>
                      <a:pt x="192866" y="73691"/>
                      <a:pt x="193376" y="73451"/>
                    </a:cubicBezTo>
                    <a:cubicBezTo>
                      <a:pt x="193615" y="73331"/>
                      <a:pt x="193855" y="73212"/>
                      <a:pt x="194064" y="73062"/>
                    </a:cubicBezTo>
                    <a:cubicBezTo>
                      <a:pt x="194304" y="72942"/>
                      <a:pt x="194543" y="72792"/>
                      <a:pt x="194753" y="72643"/>
                    </a:cubicBezTo>
                    <a:cubicBezTo>
                      <a:pt x="195202" y="72343"/>
                      <a:pt x="195651" y="72014"/>
                      <a:pt x="196040" y="71685"/>
                    </a:cubicBezTo>
                    <a:cubicBezTo>
                      <a:pt x="196460" y="71325"/>
                      <a:pt x="196849" y="70936"/>
                      <a:pt x="197208" y="70547"/>
                    </a:cubicBezTo>
                    <a:cubicBezTo>
                      <a:pt x="197897" y="69768"/>
                      <a:pt x="198526" y="68900"/>
                      <a:pt x="199035" y="67972"/>
                    </a:cubicBezTo>
                    <a:cubicBezTo>
                      <a:pt x="199155" y="67732"/>
                      <a:pt x="199274" y="67492"/>
                      <a:pt x="199394" y="67283"/>
                    </a:cubicBezTo>
                    <a:lnTo>
                      <a:pt x="199544" y="66924"/>
                    </a:lnTo>
                    <a:lnTo>
                      <a:pt x="199694" y="66534"/>
                    </a:lnTo>
                    <a:cubicBezTo>
                      <a:pt x="199783" y="66295"/>
                      <a:pt x="199873" y="66055"/>
                      <a:pt x="199963" y="65786"/>
                    </a:cubicBezTo>
                    <a:lnTo>
                      <a:pt x="200173" y="65037"/>
                    </a:lnTo>
                    <a:cubicBezTo>
                      <a:pt x="200322" y="64558"/>
                      <a:pt x="200442" y="64079"/>
                      <a:pt x="200562" y="63570"/>
                    </a:cubicBezTo>
                    <a:cubicBezTo>
                      <a:pt x="201041" y="61624"/>
                      <a:pt x="201490" y="59707"/>
                      <a:pt x="201969" y="57791"/>
                    </a:cubicBezTo>
                    <a:cubicBezTo>
                      <a:pt x="202868" y="54018"/>
                      <a:pt x="203766" y="50365"/>
                      <a:pt x="204604" y="46832"/>
                    </a:cubicBezTo>
                    <a:lnTo>
                      <a:pt x="2158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527;p40">
                <a:extLst>
                  <a:ext uri="{FF2B5EF4-FFF2-40B4-BE49-F238E27FC236}">
                    <a16:creationId xmlns:a16="http://schemas.microsoft.com/office/drawing/2014/main" id="{340FAA41-DD1F-10B4-DE3F-8535E0D47567}"/>
                  </a:ext>
                </a:extLst>
              </p:cNvPr>
              <p:cNvSpPr/>
              <p:nvPr/>
            </p:nvSpPr>
            <p:spPr>
              <a:xfrm>
                <a:off x="407049" y="4358890"/>
                <a:ext cx="1651986" cy="130762"/>
              </a:xfrm>
              <a:custGeom>
                <a:avLst/>
                <a:gdLst/>
                <a:ahLst/>
                <a:cxnLst/>
                <a:rect l="l" t="t" r="r" b="b"/>
                <a:pathLst>
                  <a:path w="169870" h="13446" extrusionOk="0">
                    <a:moveTo>
                      <a:pt x="1228" y="1"/>
                    </a:moveTo>
                    <a:cubicBezTo>
                      <a:pt x="540" y="1"/>
                      <a:pt x="1" y="630"/>
                      <a:pt x="150" y="1318"/>
                    </a:cubicBezTo>
                    <a:lnTo>
                      <a:pt x="2606" y="12607"/>
                    </a:lnTo>
                    <a:cubicBezTo>
                      <a:pt x="2726" y="13086"/>
                      <a:pt x="3145" y="13445"/>
                      <a:pt x="3654" y="13445"/>
                    </a:cubicBezTo>
                    <a:lnTo>
                      <a:pt x="166306" y="13445"/>
                    </a:lnTo>
                    <a:cubicBezTo>
                      <a:pt x="166786" y="13445"/>
                      <a:pt x="167235" y="13116"/>
                      <a:pt x="167354" y="12637"/>
                    </a:cubicBezTo>
                    <a:lnTo>
                      <a:pt x="169690" y="4103"/>
                    </a:lnTo>
                    <a:cubicBezTo>
                      <a:pt x="169870" y="3414"/>
                      <a:pt x="169361" y="2756"/>
                      <a:pt x="168642" y="2726"/>
                    </a:cubicBezTo>
                    <a:lnTo>
                      <a:pt x="122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528;p40">
                <a:extLst>
                  <a:ext uri="{FF2B5EF4-FFF2-40B4-BE49-F238E27FC236}">
                    <a16:creationId xmlns:a16="http://schemas.microsoft.com/office/drawing/2014/main" id="{7BDE2ABC-60CF-BFB5-BBC6-BC6EB0312641}"/>
                  </a:ext>
                </a:extLst>
              </p:cNvPr>
              <p:cNvSpPr/>
              <p:nvPr/>
            </p:nvSpPr>
            <p:spPr>
              <a:xfrm>
                <a:off x="407088" y="4359172"/>
                <a:ext cx="1651947" cy="43121"/>
              </a:xfrm>
              <a:custGeom>
                <a:avLst/>
                <a:gdLst/>
                <a:ahLst/>
                <a:cxnLst/>
                <a:rect l="l" t="t" r="r" b="b"/>
                <a:pathLst>
                  <a:path w="169866" h="4434" extrusionOk="0">
                    <a:moveTo>
                      <a:pt x="1179" y="1"/>
                    </a:moveTo>
                    <a:cubicBezTo>
                      <a:pt x="512" y="1"/>
                      <a:pt x="0" y="645"/>
                      <a:pt x="146" y="1289"/>
                    </a:cubicBezTo>
                    <a:lnTo>
                      <a:pt x="206" y="1559"/>
                    </a:lnTo>
                    <a:lnTo>
                      <a:pt x="169566" y="4433"/>
                    </a:lnTo>
                    <a:lnTo>
                      <a:pt x="169686" y="4074"/>
                    </a:lnTo>
                    <a:cubicBezTo>
                      <a:pt x="169866" y="3385"/>
                      <a:pt x="169357" y="2727"/>
                      <a:pt x="168638" y="2727"/>
                    </a:cubicBezTo>
                    <a:lnTo>
                      <a:pt x="1224" y="2"/>
                    </a:lnTo>
                    <a:cubicBezTo>
                      <a:pt x="1209" y="1"/>
                      <a:pt x="1194" y="1"/>
                      <a:pt x="1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529;p40">
                <a:extLst>
                  <a:ext uri="{FF2B5EF4-FFF2-40B4-BE49-F238E27FC236}">
                    <a16:creationId xmlns:a16="http://schemas.microsoft.com/office/drawing/2014/main" id="{F25446F2-31E2-03B6-7B45-4E3CBF2549ED}"/>
                  </a:ext>
                </a:extLst>
              </p:cNvPr>
              <p:cNvSpPr/>
              <p:nvPr/>
            </p:nvSpPr>
            <p:spPr>
              <a:xfrm>
                <a:off x="431225" y="4475376"/>
                <a:ext cx="1605102" cy="14276"/>
              </a:xfrm>
              <a:custGeom>
                <a:avLst/>
                <a:gdLst/>
                <a:ahLst/>
                <a:cxnLst/>
                <a:rect l="l" t="t" r="r" b="b"/>
                <a:pathLst>
                  <a:path w="165049" h="1468" extrusionOk="0">
                    <a:moveTo>
                      <a:pt x="0" y="0"/>
                    </a:moveTo>
                    <a:lnTo>
                      <a:pt x="120" y="629"/>
                    </a:lnTo>
                    <a:cubicBezTo>
                      <a:pt x="240" y="1108"/>
                      <a:pt x="659" y="1467"/>
                      <a:pt x="1168" y="1467"/>
                    </a:cubicBezTo>
                    <a:lnTo>
                      <a:pt x="163820" y="1467"/>
                    </a:lnTo>
                    <a:cubicBezTo>
                      <a:pt x="164300" y="1467"/>
                      <a:pt x="164749" y="1138"/>
                      <a:pt x="164868" y="659"/>
                    </a:cubicBezTo>
                    <a:lnTo>
                      <a:pt x="1650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530;p40">
                <a:extLst>
                  <a:ext uri="{FF2B5EF4-FFF2-40B4-BE49-F238E27FC236}">
                    <a16:creationId xmlns:a16="http://schemas.microsoft.com/office/drawing/2014/main" id="{76F1C0F5-4DB5-0956-4BB7-625FCAAE08CB}"/>
                  </a:ext>
                </a:extLst>
              </p:cNvPr>
              <p:cNvSpPr/>
              <p:nvPr/>
            </p:nvSpPr>
            <p:spPr>
              <a:xfrm>
                <a:off x="1512441" y="4125353"/>
                <a:ext cx="383233" cy="256263"/>
              </a:xfrm>
              <a:custGeom>
                <a:avLst/>
                <a:gdLst/>
                <a:ahLst/>
                <a:cxnLst/>
                <a:rect l="l" t="t" r="r" b="b"/>
                <a:pathLst>
                  <a:path w="39407" h="26351" extrusionOk="0">
                    <a:moveTo>
                      <a:pt x="3834" y="0"/>
                    </a:moveTo>
                    <a:cubicBezTo>
                      <a:pt x="1708" y="0"/>
                      <a:pt x="1" y="1707"/>
                      <a:pt x="1" y="3833"/>
                    </a:cubicBezTo>
                    <a:lnTo>
                      <a:pt x="1" y="22518"/>
                    </a:lnTo>
                    <a:cubicBezTo>
                      <a:pt x="1" y="24644"/>
                      <a:pt x="1708" y="26350"/>
                      <a:pt x="3834" y="26350"/>
                    </a:cubicBezTo>
                    <a:lnTo>
                      <a:pt x="35574" y="26350"/>
                    </a:lnTo>
                    <a:cubicBezTo>
                      <a:pt x="37700" y="26350"/>
                      <a:pt x="39406" y="24644"/>
                      <a:pt x="39406" y="22518"/>
                    </a:cubicBezTo>
                    <a:lnTo>
                      <a:pt x="39406" y="3833"/>
                    </a:lnTo>
                    <a:cubicBezTo>
                      <a:pt x="39406" y="1707"/>
                      <a:pt x="37700" y="0"/>
                      <a:pt x="355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531;p40">
                <a:extLst>
                  <a:ext uri="{FF2B5EF4-FFF2-40B4-BE49-F238E27FC236}">
                    <a16:creationId xmlns:a16="http://schemas.microsoft.com/office/drawing/2014/main" id="{4C8A338E-A974-182F-9BDF-4A41E5DA4DC4}"/>
                  </a:ext>
                </a:extLst>
              </p:cNvPr>
              <p:cNvSpPr/>
              <p:nvPr/>
            </p:nvSpPr>
            <p:spPr>
              <a:xfrm>
                <a:off x="1724437" y="4033481"/>
                <a:ext cx="426908" cy="344391"/>
              </a:xfrm>
              <a:custGeom>
                <a:avLst/>
                <a:gdLst/>
                <a:ahLst/>
                <a:cxnLst/>
                <a:rect l="l" t="t" r="r" b="b"/>
                <a:pathLst>
                  <a:path w="43898" h="35413" extrusionOk="0">
                    <a:moveTo>
                      <a:pt x="13007" y="0"/>
                    </a:moveTo>
                    <a:cubicBezTo>
                      <a:pt x="9134" y="0"/>
                      <a:pt x="5602" y="2589"/>
                      <a:pt x="4552" y="6513"/>
                    </a:cubicBezTo>
                    <a:lnTo>
                      <a:pt x="1288" y="18670"/>
                    </a:lnTo>
                    <a:cubicBezTo>
                      <a:pt x="1" y="23371"/>
                      <a:pt x="2785" y="28192"/>
                      <a:pt x="7487" y="29449"/>
                    </a:cubicBezTo>
                    <a:lnTo>
                      <a:pt x="28567" y="35109"/>
                    </a:lnTo>
                    <a:cubicBezTo>
                      <a:pt x="29340" y="35314"/>
                      <a:pt x="30115" y="35413"/>
                      <a:pt x="30876" y="35413"/>
                    </a:cubicBezTo>
                    <a:cubicBezTo>
                      <a:pt x="34770" y="35413"/>
                      <a:pt x="38294" y="32838"/>
                      <a:pt x="39346" y="28880"/>
                    </a:cubicBezTo>
                    <a:lnTo>
                      <a:pt x="42610" y="16753"/>
                    </a:lnTo>
                    <a:cubicBezTo>
                      <a:pt x="43898" y="12052"/>
                      <a:pt x="41113" y="7231"/>
                      <a:pt x="36412" y="5974"/>
                    </a:cubicBezTo>
                    <a:lnTo>
                      <a:pt x="15332" y="315"/>
                    </a:lnTo>
                    <a:cubicBezTo>
                      <a:pt x="14555" y="102"/>
                      <a:pt x="13774" y="0"/>
                      <a:pt x="1300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532;p40">
                <a:extLst>
                  <a:ext uri="{FF2B5EF4-FFF2-40B4-BE49-F238E27FC236}">
                    <a16:creationId xmlns:a16="http://schemas.microsoft.com/office/drawing/2014/main" id="{E471AEA1-1038-94DC-6D5A-38F823B4CDCC}"/>
                  </a:ext>
                </a:extLst>
              </p:cNvPr>
              <p:cNvSpPr/>
              <p:nvPr/>
            </p:nvSpPr>
            <p:spPr>
              <a:xfrm>
                <a:off x="421316" y="4164662"/>
                <a:ext cx="291215" cy="194821"/>
              </a:xfrm>
              <a:custGeom>
                <a:avLst/>
                <a:gdLst/>
                <a:ahLst/>
                <a:cxnLst/>
                <a:rect l="l" t="t" r="r" b="b"/>
                <a:pathLst>
                  <a:path w="29945" h="20033" extrusionOk="0">
                    <a:moveTo>
                      <a:pt x="1588" y="1"/>
                    </a:moveTo>
                    <a:cubicBezTo>
                      <a:pt x="720" y="1"/>
                      <a:pt x="1" y="719"/>
                      <a:pt x="1" y="1618"/>
                    </a:cubicBezTo>
                    <a:lnTo>
                      <a:pt x="1" y="18416"/>
                    </a:lnTo>
                    <a:cubicBezTo>
                      <a:pt x="1" y="19314"/>
                      <a:pt x="720" y="20033"/>
                      <a:pt x="1588" y="20033"/>
                    </a:cubicBezTo>
                    <a:lnTo>
                      <a:pt x="28327" y="20033"/>
                    </a:lnTo>
                    <a:cubicBezTo>
                      <a:pt x="29226" y="20033"/>
                      <a:pt x="29944" y="19314"/>
                      <a:pt x="29944" y="18416"/>
                    </a:cubicBezTo>
                    <a:lnTo>
                      <a:pt x="29944" y="1618"/>
                    </a:lnTo>
                    <a:cubicBezTo>
                      <a:pt x="29944" y="719"/>
                      <a:pt x="29226" y="1"/>
                      <a:pt x="283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533;p40">
                <a:extLst>
                  <a:ext uri="{FF2B5EF4-FFF2-40B4-BE49-F238E27FC236}">
                    <a16:creationId xmlns:a16="http://schemas.microsoft.com/office/drawing/2014/main" id="{69F58C97-8AE9-017F-7AB4-A5688B303A1D}"/>
                  </a:ext>
                </a:extLst>
              </p:cNvPr>
              <p:cNvSpPr/>
              <p:nvPr/>
            </p:nvSpPr>
            <p:spPr>
              <a:xfrm>
                <a:off x="1527009" y="4133795"/>
                <a:ext cx="110077" cy="86202"/>
              </a:xfrm>
              <a:custGeom>
                <a:avLst/>
                <a:gdLst/>
                <a:ahLst/>
                <a:cxnLst/>
                <a:rect l="l" t="t" r="r" b="b"/>
                <a:pathLst>
                  <a:path w="11319" h="8864" extrusionOk="0">
                    <a:moveTo>
                      <a:pt x="1434" y="1130"/>
                    </a:moveTo>
                    <a:cubicBezTo>
                      <a:pt x="1436" y="1130"/>
                      <a:pt x="1437" y="1133"/>
                      <a:pt x="1437" y="1138"/>
                    </a:cubicBezTo>
                    <a:cubicBezTo>
                      <a:pt x="1437" y="1138"/>
                      <a:pt x="1437" y="1157"/>
                      <a:pt x="1394" y="1179"/>
                    </a:cubicBezTo>
                    <a:lnTo>
                      <a:pt x="1394" y="1179"/>
                    </a:lnTo>
                    <a:cubicBezTo>
                      <a:pt x="1412" y="1156"/>
                      <a:pt x="1428" y="1130"/>
                      <a:pt x="1434" y="1130"/>
                    </a:cubicBezTo>
                    <a:close/>
                    <a:moveTo>
                      <a:pt x="3773" y="1"/>
                    </a:moveTo>
                    <a:cubicBezTo>
                      <a:pt x="3204" y="1"/>
                      <a:pt x="2605" y="31"/>
                      <a:pt x="2036" y="60"/>
                    </a:cubicBezTo>
                    <a:lnTo>
                      <a:pt x="1557" y="90"/>
                    </a:lnTo>
                    <a:lnTo>
                      <a:pt x="1048" y="90"/>
                    </a:lnTo>
                    <a:cubicBezTo>
                      <a:pt x="868" y="150"/>
                      <a:pt x="719" y="270"/>
                      <a:pt x="599" y="420"/>
                    </a:cubicBezTo>
                    <a:cubicBezTo>
                      <a:pt x="539" y="510"/>
                      <a:pt x="479" y="599"/>
                      <a:pt x="419" y="689"/>
                    </a:cubicBezTo>
                    <a:cubicBezTo>
                      <a:pt x="389" y="779"/>
                      <a:pt x="329" y="869"/>
                      <a:pt x="329" y="959"/>
                    </a:cubicBezTo>
                    <a:cubicBezTo>
                      <a:pt x="300" y="1049"/>
                      <a:pt x="270" y="1109"/>
                      <a:pt x="240" y="1198"/>
                    </a:cubicBezTo>
                    <a:cubicBezTo>
                      <a:pt x="120" y="1767"/>
                      <a:pt x="30" y="2366"/>
                      <a:pt x="30" y="2965"/>
                    </a:cubicBezTo>
                    <a:cubicBezTo>
                      <a:pt x="0" y="3504"/>
                      <a:pt x="0" y="4043"/>
                      <a:pt x="30" y="4552"/>
                    </a:cubicBezTo>
                    <a:cubicBezTo>
                      <a:pt x="30" y="5061"/>
                      <a:pt x="60" y="5540"/>
                      <a:pt x="90" y="5959"/>
                    </a:cubicBezTo>
                    <a:cubicBezTo>
                      <a:pt x="180" y="6828"/>
                      <a:pt x="270" y="7546"/>
                      <a:pt x="329" y="8055"/>
                    </a:cubicBezTo>
                    <a:cubicBezTo>
                      <a:pt x="419" y="8564"/>
                      <a:pt x="479" y="8864"/>
                      <a:pt x="479" y="8864"/>
                    </a:cubicBezTo>
                    <a:cubicBezTo>
                      <a:pt x="479" y="8864"/>
                      <a:pt x="509" y="8594"/>
                      <a:pt x="539" y="8085"/>
                    </a:cubicBezTo>
                    <a:cubicBezTo>
                      <a:pt x="599" y="7576"/>
                      <a:pt x="659" y="6858"/>
                      <a:pt x="719" y="5989"/>
                    </a:cubicBezTo>
                    <a:cubicBezTo>
                      <a:pt x="809" y="5121"/>
                      <a:pt x="868" y="4103"/>
                      <a:pt x="988" y="3055"/>
                    </a:cubicBezTo>
                    <a:cubicBezTo>
                      <a:pt x="1048" y="2546"/>
                      <a:pt x="1138" y="2007"/>
                      <a:pt x="1288" y="1498"/>
                    </a:cubicBezTo>
                    <a:cubicBezTo>
                      <a:pt x="1288" y="1438"/>
                      <a:pt x="1318" y="1408"/>
                      <a:pt x="1318" y="1348"/>
                    </a:cubicBezTo>
                    <a:cubicBezTo>
                      <a:pt x="1348" y="1288"/>
                      <a:pt x="1378" y="1258"/>
                      <a:pt x="1378" y="1198"/>
                    </a:cubicBezTo>
                    <a:lnTo>
                      <a:pt x="1467" y="1198"/>
                    </a:lnTo>
                    <a:cubicBezTo>
                      <a:pt x="1497" y="1183"/>
                      <a:pt x="1535" y="1176"/>
                      <a:pt x="1572" y="1176"/>
                    </a:cubicBezTo>
                    <a:cubicBezTo>
                      <a:pt x="1610" y="1176"/>
                      <a:pt x="1647" y="1183"/>
                      <a:pt x="1677" y="1198"/>
                    </a:cubicBezTo>
                    <a:lnTo>
                      <a:pt x="2066" y="1168"/>
                    </a:lnTo>
                    <a:lnTo>
                      <a:pt x="3803" y="1109"/>
                    </a:lnTo>
                    <a:cubicBezTo>
                      <a:pt x="4372" y="1079"/>
                      <a:pt x="4911" y="1049"/>
                      <a:pt x="5450" y="1019"/>
                    </a:cubicBezTo>
                    <a:cubicBezTo>
                      <a:pt x="6558" y="959"/>
                      <a:pt x="7546" y="899"/>
                      <a:pt x="8414" y="809"/>
                    </a:cubicBezTo>
                    <a:cubicBezTo>
                      <a:pt x="9283" y="749"/>
                      <a:pt x="10031" y="659"/>
                      <a:pt x="10540" y="599"/>
                    </a:cubicBezTo>
                    <a:cubicBezTo>
                      <a:pt x="11019" y="540"/>
                      <a:pt x="11319" y="480"/>
                      <a:pt x="11319" y="480"/>
                    </a:cubicBezTo>
                    <a:cubicBezTo>
                      <a:pt x="11319" y="480"/>
                      <a:pt x="11019" y="450"/>
                      <a:pt x="10510" y="360"/>
                    </a:cubicBezTo>
                    <a:cubicBezTo>
                      <a:pt x="10031" y="300"/>
                      <a:pt x="9283" y="240"/>
                      <a:pt x="8414" y="180"/>
                    </a:cubicBezTo>
                    <a:cubicBezTo>
                      <a:pt x="7995" y="150"/>
                      <a:pt x="7516" y="120"/>
                      <a:pt x="7007" y="90"/>
                    </a:cubicBezTo>
                    <a:cubicBezTo>
                      <a:pt x="6528" y="60"/>
                      <a:pt x="5989" y="60"/>
                      <a:pt x="5450" y="31"/>
                    </a:cubicBezTo>
                    <a:cubicBezTo>
                      <a:pt x="4881" y="1"/>
                      <a:pt x="4342" y="1"/>
                      <a:pt x="3773" y="1"/>
                    </a:cubicBezTo>
                    <a:close/>
                  </a:path>
                </a:pathLst>
              </a:custGeom>
              <a:solidFill>
                <a:srgbClr val="901D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534;p40">
                <a:extLst>
                  <a:ext uri="{FF2B5EF4-FFF2-40B4-BE49-F238E27FC236}">
                    <a16:creationId xmlns:a16="http://schemas.microsoft.com/office/drawing/2014/main" id="{0707471C-E4D5-81CF-19F3-E5065CF69686}"/>
                  </a:ext>
                </a:extLst>
              </p:cNvPr>
              <p:cNvSpPr/>
              <p:nvPr/>
            </p:nvSpPr>
            <p:spPr>
              <a:xfrm>
                <a:off x="439667" y="4175145"/>
                <a:ext cx="117653" cy="38453"/>
              </a:xfrm>
              <a:custGeom>
                <a:avLst/>
                <a:gdLst/>
                <a:ahLst/>
                <a:cxnLst/>
                <a:rect l="l" t="t" r="r" b="b"/>
                <a:pathLst>
                  <a:path w="12098" h="3954" extrusionOk="0">
                    <a:moveTo>
                      <a:pt x="3384" y="1"/>
                    </a:moveTo>
                    <a:cubicBezTo>
                      <a:pt x="2935" y="1"/>
                      <a:pt x="2486" y="31"/>
                      <a:pt x="2066" y="31"/>
                    </a:cubicBezTo>
                    <a:cubicBezTo>
                      <a:pt x="1587" y="60"/>
                      <a:pt x="1108" y="240"/>
                      <a:pt x="719" y="540"/>
                    </a:cubicBezTo>
                    <a:cubicBezTo>
                      <a:pt x="420" y="809"/>
                      <a:pt x="180" y="1198"/>
                      <a:pt x="90" y="1588"/>
                    </a:cubicBezTo>
                    <a:cubicBezTo>
                      <a:pt x="0" y="1917"/>
                      <a:pt x="0" y="2246"/>
                      <a:pt x="30" y="2576"/>
                    </a:cubicBezTo>
                    <a:lnTo>
                      <a:pt x="30" y="3324"/>
                    </a:lnTo>
                    <a:cubicBezTo>
                      <a:pt x="30" y="3714"/>
                      <a:pt x="30" y="3953"/>
                      <a:pt x="30" y="3953"/>
                    </a:cubicBezTo>
                    <a:cubicBezTo>
                      <a:pt x="30" y="3953"/>
                      <a:pt x="90" y="3743"/>
                      <a:pt x="180" y="3324"/>
                    </a:cubicBezTo>
                    <a:lnTo>
                      <a:pt x="300" y="2606"/>
                    </a:lnTo>
                    <a:cubicBezTo>
                      <a:pt x="330" y="2306"/>
                      <a:pt x="390" y="2007"/>
                      <a:pt x="479" y="1737"/>
                    </a:cubicBezTo>
                    <a:cubicBezTo>
                      <a:pt x="599" y="1438"/>
                      <a:pt x="809" y="1168"/>
                      <a:pt x="1078" y="989"/>
                    </a:cubicBezTo>
                    <a:cubicBezTo>
                      <a:pt x="1378" y="779"/>
                      <a:pt x="1707" y="689"/>
                      <a:pt x="2066" y="689"/>
                    </a:cubicBezTo>
                    <a:cubicBezTo>
                      <a:pt x="2486" y="719"/>
                      <a:pt x="2935" y="719"/>
                      <a:pt x="3384" y="719"/>
                    </a:cubicBezTo>
                    <a:lnTo>
                      <a:pt x="6109" y="719"/>
                    </a:lnTo>
                    <a:cubicBezTo>
                      <a:pt x="6588" y="719"/>
                      <a:pt x="7007" y="689"/>
                      <a:pt x="7456" y="689"/>
                    </a:cubicBezTo>
                    <a:cubicBezTo>
                      <a:pt x="8295" y="689"/>
                      <a:pt x="9103" y="629"/>
                      <a:pt x="9792" y="599"/>
                    </a:cubicBezTo>
                    <a:cubicBezTo>
                      <a:pt x="11169" y="510"/>
                      <a:pt x="12098" y="360"/>
                      <a:pt x="12098" y="360"/>
                    </a:cubicBezTo>
                    <a:cubicBezTo>
                      <a:pt x="12098" y="360"/>
                      <a:pt x="11169" y="240"/>
                      <a:pt x="9792" y="150"/>
                    </a:cubicBezTo>
                    <a:cubicBezTo>
                      <a:pt x="9103" y="120"/>
                      <a:pt x="8325" y="60"/>
                      <a:pt x="7456" y="31"/>
                    </a:cubicBezTo>
                    <a:cubicBezTo>
                      <a:pt x="7007" y="31"/>
                      <a:pt x="6588" y="1"/>
                      <a:pt x="61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535;p40">
                <a:extLst>
                  <a:ext uri="{FF2B5EF4-FFF2-40B4-BE49-F238E27FC236}">
                    <a16:creationId xmlns:a16="http://schemas.microsoft.com/office/drawing/2014/main" id="{D8CB3453-E416-74FA-CD06-BED6FA3C7618}"/>
                  </a:ext>
                </a:extLst>
              </p:cNvPr>
              <p:cNvSpPr/>
              <p:nvPr/>
            </p:nvSpPr>
            <p:spPr>
              <a:xfrm>
                <a:off x="1792580" y="4056928"/>
                <a:ext cx="177929" cy="77751"/>
              </a:xfrm>
              <a:custGeom>
                <a:avLst/>
                <a:gdLst/>
                <a:ahLst/>
                <a:cxnLst/>
                <a:rect l="l" t="t" r="r" b="b"/>
                <a:pathLst>
                  <a:path w="18296" h="7995" extrusionOk="0">
                    <a:moveTo>
                      <a:pt x="8167" y="1"/>
                    </a:moveTo>
                    <a:cubicBezTo>
                      <a:pt x="7930" y="1"/>
                      <a:pt x="7693" y="11"/>
                      <a:pt x="7456" y="30"/>
                    </a:cubicBezTo>
                    <a:cubicBezTo>
                      <a:pt x="5959" y="149"/>
                      <a:pt x="4522" y="718"/>
                      <a:pt x="3354" y="1646"/>
                    </a:cubicBezTo>
                    <a:cubicBezTo>
                      <a:pt x="2815" y="2036"/>
                      <a:pt x="2336" y="2545"/>
                      <a:pt x="1917" y="3084"/>
                    </a:cubicBezTo>
                    <a:cubicBezTo>
                      <a:pt x="1737" y="3323"/>
                      <a:pt x="1558" y="3593"/>
                      <a:pt x="1408" y="3832"/>
                    </a:cubicBezTo>
                    <a:cubicBezTo>
                      <a:pt x="1288" y="4132"/>
                      <a:pt x="1138" y="4371"/>
                      <a:pt x="1049" y="4641"/>
                    </a:cubicBezTo>
                    <a:cubicBezTo>
                      <a:pt x="929" y="4880"/>
                      <a:pt x="839" y="5090"/>
                      <a:pt x="779" y="5359"/>
                    </a:cubicBezTo>
                    <a:lnTo>
                      <a:pt x="569" y="5988"/>
                    </a:lnTo>
                    <a:cubicBezTo>
                      <a:pt x="420" y="6407"/>
                      <a:pt x="330" y="6767"/>
                      <a:pt x="240" y="7066"/>
                    </a:cubicBezTo>
                    <a:cubicBezTo>
                      <a:pt x="90" y="7635"/>
                      <a:pt x="0" y="7994"/>
                      <a:pt x="0" y="7994"/>
                    </a:cubicBezTo>
                    <a:cubicBezTo>
                      <a:pt x="0" y="7994"/>
                      <a:pt x="210" y="7695"/>
                      <a:pt x="480" y="7126"/>
                    </a:cubicBezTo>
                    <a:cubicBezTo>
                      <a:pt x="629" y="6857"/>
                      <a:pt x="839" y="6557"/>
                      <a:pt x="1049" y="6168"/>
                    </a:cubicBezTo>
                    <a:lnTo>
                      <a:pt x="1378" y="5599"/>
                    </a:lnTo>
                    <a:lnTo>
                      <a:pt x="1767" y="4970"/>
                    </a:lnTo>
                    <a:cubicBezTo>
                      <a:pt x="1887" y="4731"/>
                      <a:pt x="2037" y="4551"/>
                      <a:pt x="2216" y="4371"/>
                    </a:cubicBezTo>
                    <a:cubicBezTo>
                      <a:pt x="2366" y="4162"/>
                      <a:pt x="2546" y="3952"/>
                      <a:pt x="2755" y="3742"/>
                    </a:cubicBezTo>
                    <a:cubicBezTo>
                      <a:pt x="3145" y="3353"/>
                      <a:pt x="3594" y="2964"/>
                      <a:pt x="4073" y="2665"/>
                    </a:cubicBezTo>
                    <a:cubicBezTo>
                      <a:pt x="4612" y="2335"/>
                      <a:pt x="5151" y="2066"/>
                      <a:pt x="5720" y="1856"/>
                    </a:cubicBezTo>
                    <a:cubicBezTo>
                      <a:pt x="6319" y="1676"/>
                      <a:pt x="6917" y="1557"/>
                      <a:pt x="7546" y="1497"/>
                    </a:cubicBezTo>
                    <a:cubicBezTo>
                      <a:pt x="7769" y="1476"/>
                      <a:pt x="7992" y="1466"/>
                      <a:pt x="8215" y="1466"/>
                    </a:cubicBezTo>
                    <a:cubicBezTo>
                      <a:pt x="8621" y="1466"/>
                      <a:pt x="9027" y="1499"/>
                      <a:pt x="9433" y="1557"/>
                    </a:cubicBezTo>
                    <a:lnTo>
                      <a:pt x="9882" y="1646"/>
                    </a:lnTo>
                    <a:cubicBezTo>
                      <a:pt x="10032" y="1676"/>
                      <a:pt x="10211" y="1706"/>
                      <a:pt x="10361" y="1736"/>
                    </a:cubicBezTo>
                    <a:lnTo>
                      <a:pt x="11319" y="1976"/>
                    </a:lnTo>
                    <a:cubicBezTo>
                      <a:pt x="12607" y="2245"/>
                      <a:pt x="13804" y="2455"/>
                      <a:pt x="14822" y="2635"/>
                    </a:cubicBezTo>
                    <a:cubicBezTo>
                      <a:pt x="15871" y="2844"/>
                      <a:pt x="16739" y="2934"/>
                      <a:pt x="17338" y="3024"/>
                    </a:cubicBezTo>
                    <a:cubicBezTo>
                      <a:pt x="17937" y="3084"/>
                      <a:pt x="18296" y="3114"/>
                      <a:pt x="18296" y="3114"/>
                    </a:cubicBezTo>
                    <a:cubicBezTo>
                      <a:pt x="18296" y="3114"/>
                      <a:pt x="17967" y="2994"/>
                      <a:pt x="17398" y="2754"/>
                    </a:cubicBezTo>
                    <a:cubicBezTo>
                      <a:pt x="16859" y="2515"/>
                      <a:pt x="16020" y="2185"/>
                      <a:pt x="15062" y="1826"/>
                    </a:cubicBezTo>
                    <a:cubicBezTo>
                      <a:pt x="14074" y="1497"/>
                      <a:pt x="12936" y="1078"/>
                      <a:pt x="11678" y="718"/>
                    </a:cubicBezTo>
                    <a:lnTo>
                      <a:pt x="10720" y="419"/>
                    </a:lnTo>
                    <a:cubicBezTo>
                      <a:pt x="10571" y="389"/>
                      <a:pt x="10421" y="329"/>
                      <a:pt x="10241" y="299"/>
                    </a:cubicBezTo>
                    <a:lnTo>
                      <a:pt x="9702" y="149"/>
                    </a:lnTo>
                    <a:cubicBezTo>
                      <a:pt x="9191" y="47"/>
                      <a:pt x="8679" y="1"/>
                      <a:pt x="8167" y="1"/>
                    </a:cubicBezTo>
                    <a:close/>
                  </a:path>
                </a:pathLst>
              </a:custGeom>
              <a:solidFill>
                <a:srgbClr val="B92F2F">
                  <a:alpha val="370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06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6"/>
          <p:cNvSpPr txBox="1">
            <a:spLocks noGrp="1"/>
          </p:cNvSpPr>
          <p:nvPr>
            <p:ph type="title"/>
          </p:nvPr>
        </p:nvSpPr>
        <p:spPr>
          <a:xfrm>
            <a:off x="5485985" y="1754790"/>
            <a:ext cx="3377700" cy="25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PICTURE IS WORTH A THOUSANDS WORDS</a:t>
            </a:r>
            <a:endParaRPr dirty="0"/>
          </a:p>
        </p:txBody>
      </p:sp>
      <p:sp>
        <p:nvSpPr>
          <p:cNvPr id="4" name="Google Shape;738;p46">
            <a:extLst>
              <a:ext uri="{FF2B5EF4-FFF2-40B4-BE49-F238E27FC236}">
                <a16:creationId xmlns:a16="http://schemas.microsoft.com/office/drawing/2014/main" id="{453740E1-67C2-9A52-979F-21F84D97D427}"/>
              </a:ext>
            </a:extLst>
          </p:cNvPr>
          <p:cNvSpPr txBox="1">
            <a:spLocks/>
          </p:cNvSpPr>
          <p:nvPr/>
        </p:nvSpPr>
        <p:spPr>
          <a:xfrm>
            <a:off x="2331304" y="670560"/>
            <a:ext cx="5128675" cy="716280"/>
          </a:xfrm>
          <a:prstGeom prst="rect">
            <a:avLst/>
          </a:prstGeom>
          <a:noFill/>
          <a:ln>
            <a:noFill/>
          </a:ln>
          <a:effectLst>
            <a:outerShdw dist="76200" dir="216000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redoka One"/>
              <a:buNone/>
              <a:defRPr sz="44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Fredoka One"/>
              <a:buNone/>
              <a:defRPr sz="3600" b="0" i="0" u="none" strike="noStrike" cap="none"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r>
              <a:rPr lang="en-US" dirty="0"/>
              <a:t> 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201;p62">
            <a:extLst>
              <a:ext uri="{FF2B5EF4-FFF2-40B4-BE49-F238E27FC236}">
                <a16:creationId xmlns:a16="http://schemas.microsoft.com/office/drawing/2014/main" id="{84D1E629-1AEA-18C6-DB68-D1CD6E5171DF}"/>
              </a:ext>
            </a:extLst>
          </p:cNvPr>
          <p:cNvGrpSpPr/>
          <p:nvPr/>
        </p:nvGrpSpPr>
        <p:grpSpPr>
          <a:xfrm>
            <a:off x="5126805" y="857733"/>
            <a:ext cx="3288622" cy="3428035"/>
            <a:chOff x="5269209" y="1230024"/>
            <a:chExt cx="3152437" cy="3286076"/>
          </a:xfrm>
        </p:grpSpPr>
        <p:sp>
          <p:nvSpPr>
            <p:cNvPr id="109" name="Google Shape;1202;p62">
              <a:extLst>
                <a:ext uri="{FF2B5EF4-FFF2-40B4-BE49-F238E27FC236}">
                  <a16:creationId xmlns:a16="http://schemas.microsoft.com/office/drawing/2014/main" id="{54C23C62-C881-E217-2321-EE7DCED4F789}"/>
                </a:ext>
              </a:extLst>
            </p:cNvPr>
            <p:cNvSpPr/>
            <p:nvPr/>
          </p:nvSpPr>
          <p:spPr>
            <a:xfrm>
              <a:off x="5453400" y="4055300"/>
              <a:ext cx="2631000" cy="460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203;p62">
              <a:extLst>
                <a:ext uri="{FF2B5EF4-FFF2-40B4-BE49-F238E27FC236}">
                  <a16:creationId xmlns:a16="http://schemas.microsoft.com/office/drawing/2014/main" id="{ECC831A7-A219-F78A-20ED-092398A68C3D}"/>
                </a:ext>
              </a:extLst>
            </p:cNvPr>
            <p:cNvGrpSpPr/>
            <p:nvPr/>
          </p:nvGrpSpPr>
          <p:grpSpPr>
            <a:xfrm>
              <a:off x="5269209" y="1230024"/>
              <a:ext cx="3152437" cy="3141200"/>
              <a:chOff x="1102600" y="2989067"/>
              <a:chExt cx="1624800" cy="1619008"/>
            </a:xfrm>
          </p:grpSpPr>
          <p:grpSp>
            <p:nvGrpSpPr>
              <p:cNvPr id="111" name="Google Shape;1204;p62">
                <a:extLst>
                  <a:ext uri="{FF2B5EF4-FFF2-40B4-BE49-F238E27FC236}">
                    <a16:creationId xmlns:a16="http://schemas.microsoft.com/office/drawing/2014/main" id="{C9ECD77F-269A-3DEF-3F13-8A25A7B23698}"/>
                  </a:ext>
                </a:extLst>
              </p:cNvPr>
              <p:cNvGrpSpPr/>
              <p:nvPr/>
            </p:nvGrpSpPr>
            <p:grpSpPr>
              <a:xfrm>
                <a:off x="1102600" y="3868525"/>
                <a:ext cx="1624800" cy="739550"/>
                <a:chOff x="1102600" y="3868525"/>
                <a:chExt cx="1624800" cy="739550"/>
              </a:xfrm>
            </p:grpSpPr>
            <p:sp>
              <p:nvSpPr>
                <p:cNvPr id="148" name="Google Shape;1205;p62">
                  <a:extLst>
                    <a:ext uri="{FF2B5EF4-FFF2-40B4-BE49-F238E27FC236}">
                      <a16:creationId xmlns:a16="http://schemas.microsoft.com/office/drawing/2014/main" id="{BAD3BE9C-0448-8F2A-99DF-DC936462015A}"/>
                    </a:ext>
                  </a:extLst>
                </p:cNvPr>
                <p:cNvSpPr/>
                <p:nvPr/>
              </p:nvSpPr>
              <p:spPr>
                <a:xfrm>
                  <a:off x="2182675" y="4366200"/>
                  <a:ext cx="159700" cy="24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8" h="9675" extrusionOk="0">
                      <a:moveTo>
                        <a:pt x="0" y="0"/>
                      </a:moveTo>
                      <a:lnTo>
                        <a:pt x="5574" y="9674"/>
                      </a:lnTo>
                      <a:lnTo>
                        <a:pt x="6388" y="9674"/>
                      </a:lnTo>
                      <a:lnTo>
                        <a:pt x="3253" y="15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206;p62">
                  <a:extLst>
                    <a:ext uri="{FF2B5EF4-FFF2-40B4-BE49-F238E27FC236}">
                      <a16:creationId xmlns:a16="http://schemas.microsoft.com/office/drawing/2014/main" id="{F710396F-459E-8EEA-F809-7B1E6C35B9DE}"/>
                    </a:ext>
                  </a:extLst>
                </p:cNvPr>
                <p:cNvSpPr/>
                <p:nvPr/>
              </p:nvSpPr>
              <p:spPr>
                <a:xfrm>
                  <a:off x="2350400" y="4311125"/>
                  <a:ext cx="159700" cy="24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8" h="9675" extrusionOk="0">
                      <a:moveTo>
                        <a:pt x="1" y="1"/>
                      </a:moveTo>
                      <a:lnTo>
                        <a:pt x="6066" y="9675"/>
                      </a:lnTo>
                      <a:lnTo>
                        <a:pt x="6388" y="9675"/>
                      </a:lnTo>
                      <a:lnTo>
                        <a:pt x="3270" y="15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1207;p62">
                  <a:extLst>
                    <a:ext uri="{FF2B5EF4-FFF2-40B4-BE49-F238E27FC236}">
                      <a16:creationId xmlns:a16="http://schemas.microsoft.com/office/drawing/2014/main" id="{BB800EC6-838C-926B-4EF2-7A27D193E856}"/>
                    </a:ext>
                  </a:extLst>
                </p:cNvPr>
                <p:cNvSpPr/>
                <p:nvPr/>
              </p:nvSpPr>
              <p:spPr>
                <a:xfrm>
                  <a:off x="1398675" y="4282750"/>
                  <a:ext cx="159700" cy="24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8" h="9675" extrusionOk="0">
                      <a:moveTo>
                        <a:pt x="6387" y="1"/>
                      </a:moveTo>
                      <a:lnTo>
                        <a:pt x="3117" y="153"/>
                      </a:lnTo>
                      <a:lnTo>
                        <a:pt x="0" y="9675"/>
                      </a:lnTo>
                      <a:lnTo>
                        <a:pt x="305" y="9675"/>
                      </a:lnTo>
                      <a:lnTo>
                        <a:pt x="638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208;p62">
                  <a:extLst>
                    <a:ext uri="{FF2B5EF4-FFF2-40B4-BE49-F238E27FC236}">
                      <a16:creationId xmlns:a16="http://schemas.microsoft.com/office/drawing/2014/main" id="{10074D16-5F2F-E628-D68A-7CE71B57F477}"/>
                    </a:ext>
                  </a:extLst>
                </p:cNvPr>
                <p:cNvSpPr/>
                <p:nvPr/>
              </p:nvSpPr>
              <p:spPr>
                <a:xfrm>
                  <a:off x="1261000" y="4352225"/>
                  <a:ext cx="114825" cy="22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3" h="8878" extrusionOk="0">
                      <a:moveTo>
                        <a:pt x="2441" y="0"/>
                      </a:moveTo>
                      <a:lnTo>
                        <a:pt x="1" y="8878"/>
                      </a:lnTo>
                      <a:lnTo>
                        <a:pt x="441" y="8878"/>
                      </a:lnTo>
                      <a:lnTo>
                        <a:pt x="4592" y="153"/>
                      </a:lnTo>
                      <a:lnTo>
                        <a:pt x="244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1209;p62">
                  <a:extLst>
                    <a:ext uri="{FF2B5EF4-FFF2-40B4-BE49-F238E27FC236}">
                      <a16:creationId xmlns:a16="http://schemas.microsoft.com/office/drawing/2014/main" id="{D5793195-D007-5A90-F42E-DB8AD9817132}"/>
                    </a:ext>
                  </a:extLst>
                </p:cNvPr>
                <p:cNvSpPr/>
                <p:nvPr/>
              </p:nvSpPr>
              <p:spPr>
                <a:xfrm>
                  <a:off x="1102600" y="3944325"/>
                  <a:ext cx="1381250" cy="45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50" h="18367" extrusionOk="0">
                      <a:moveTo>
                        <a:pt x="55249" y="1"/>
                      </a:moveTo>
                      <a:lnTo>
                        <a:pt x="0" y="1458"/>
                      </a:lnTo>
                      <a:lnTo>
                        <a:pt x="7116" y="17333"/>
                      </a:lnTo>
                      <a:lnTo>
                        <a:pt x="49455" y="18366"/>
                      </a:lnTo>
                      <a:lnTo>
                        <a:pt x="5524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210;p62">
                  <a:extLst>
                    <a:ext uri="{FF2B5EF4-FFF2-40B4-BE49-F238E27FC236}">
                      <a16:creationId xmlns:a16="http://schemas.microsoft.com/office/drawing/2014/main" id="{3D39E844-697D-F773-FDD4-609B344CDB25}"/>
                    </a:ext>
                  </a:extLst>
                </p:cNvPr>
                <p:cNvSpPr/>
                <p:nvPr/>
              </p:nvSpPr>
              <p:spPr>
                <a:xfrm>
                  <a:off x="1102600" y="3868525"/>
                  <a:ext cx="1624800" cy="53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992" h="21399" extrusionOk="0">
                      <a:moveTo>
                        <a:pt x="13080" y="0"/>
                      </a:moveTo>
                      <a:lnTo>
                        <a:pt x="0" y="4490"/>
                      </a:lnTo>
                      <a:lnTo>
                        <a:pt x="55249" y="3033"/>
                      </a:lnTo>
                      <a:lnTo>
                        <a:pt x="55249" y="3033"/>
                      </a:lnTo>
                      <a:lnTo>
                        <a:pt x="49455" y="21398"/>
                      </a:lnTo>
                      <a:lnTo>
                        <a:pt x="49455" y="21398"/>
                      </a:lnTo>
                      <a:lnTo>
                        <a:pt x="53911" y="18959"/>
                      </a:lnTo>
                      <a:lnTo>
                        <a:pt x="649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211;p62">
                  <a:extLst>
                    <a:ext uri="{FF2B5EF4-FFF2-40B4-BE49-F238E27FC236}">
                      <a16:creationId xmlns:a16="http://schemas.microsoft.com/office/drawing/2014/main" id="{79BE4083-AEF9-496F-0A30-E8AFF71AA084}"/>
                    </a:ext>
                  </a:extLst>
                </p:cNvPr>
                <p:cNvSpPr/>
                <p:nvPr/>
              </p:nvSpPr>
              <p:spPr>
                <a:xfrm>
                  <a:off x="1169100" y="3988800"/>
                  <a:ext cx="1257150" cy="16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86" h="6761" extrusionOk="0">
                      <a:moveTo>
                        <a:pt x="50285" y="1"/>
                      </a:moveTo>
                      <a:lnTo>
                        <a:pt x="0" y="729"/>
                      </a:lnTo>
                      <a:lnTo>
                        <a:pt x="3406" y="6761"/>
                      </a:lnTo>
                      <a:lnTo>
                        <a:pt x="47947" y="6761"/>
                      </a:lnTo>
                      <a:lnTo>
                        <a:pt x="502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1212;p62">
                  <a:extLst>
                    <a:ext uri="{FF2B5EF4-FFF2-40B4-BE49-F238E27FC236}">
                      <a16:creationId xmlns:a16="http://schemas.microsoft.com/office/drawing/2014/main" id="{097DB49B-F527-EE6B-82D4-5F8A3B1CA55D}"/>
                    </a:ext>
                  </a:extLst>
                </p:cNvPr>
                <p:cNvSpPr/>
                <p:nvPr/>
              </p:nvSpPr>
              <p:spPr>
                <a:xfrm>
                  <a:off x="1254225" y="3988800"/>
                  <a:ext cx="1172025" cy="16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1" h="6761" extrusionOk="0">
                      <a:moveTo>
                        <a:pt x="46880" y="1"/>
                      </a:moveTo>
                      <a:lnTo>
                        <a:pt x="43915" y="6168"/>
                      </a:lnTo>
                      <a:lnTo>
                        <a:pt x="1" y="6761"/>
                      </a:lnTo>
                      <a:lnTo>
                        <a:pt x="44542" y="6761"/>
                      </a:lnTo>
                      <a:lnTo>
                        <a:pt x="468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213;p62">
                  <a:extLst>
                    <a:ext uri="{FF2B5EF4-FFF2-40B4-BE49-F238E27FC236}">
                      <a16:creationId xmlns:a16="http://schemas.microsoft.com/office/drawing/2014/main" id="{A7A86205-FC00-6019-395C-A08B91070E28}"/>
                    </a:ext>
                  </a:extLst>
                </p:cNvPr>
                <p:cNvSpPr/>
                <p:nvPr/>
              </p:nvSpPr>
              <p:spPr>
                <a:xfrm>
                  <a:off x="1269900" y="4176025"/>
                  <a:ext cx="1086875" cy="15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75" h="6269" extrusionOk="0">
                      <a:moveTo>
                        <a:pt x="43475" y="0"/>
                      </a:moveTo>
                      <a:lnTo>
                        <a:pt x="1" y="661"/>
                      </a:lnTo>
                      <a:lnTo>
                        <a:pt x="2949" y="6269"/>
                      </a:lnTo>
                      <a:lnTo>
                        <a:pt x="41442" y="6269"/>
                      </a:lnTo>
                      <a:lnTo>
                        <a:pt x="4347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214;p62">
                  <a:extLst>
                    <a:ext uri="{FF2B5EF4-FFF2-40B4-BE49-F238E27FC236}">
                      <a16:creationId xmlns:a16="http://schemas.microsoft.com/office/drawing/2014/main" id="{50F1F3D0-955D-0E35-1093-F0D7750BB257}"/>
                    </a:ext>
                  </a:extLst>
                </p:cNvPr>
                <p:cNvSpPr/>
                <p:nvPr/>
              </p:nvSpPr>
              <p:spPr>
                <a:xfrm>
                  <a:off x="1343600" y="4176025"/>
                  <a:ext cx="1013175" cy="15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27" h="6269" extrusionOk="0">
                      <a:moveTo>
                        <a:pt x="40527" y="0"/>
                      </a:moveTo>
                      <a:lnTo>
                        <a:pt x="37968" y="5710"/>
                      </a:lnTo>
                      <a:lnTo>
                        <a:pt x="1" y="6269"/>
                      </a:lnTo>
                      <a:lnTo>
                        <a:pt x="38494" y="6269"/>
                      </a:lnTo>
                      <a:lnTo>
                        <a:pt x="4052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1215;p62">
                  <a:extLst>
                    <a:ext uri="{FF2B5EF4-FFF2-40B4-BE49-F238E27FC236}">
                      <a16:creationId xmlns:a16="http://schemas.microsoft.com/office/drawing/2014/main" id="{CF65A498-22AE-8881-1686-C1C1B3032955}"/>
                    </a:ext>
                  </a:extLst>
                </p:cNvPr>
                <p:cNvSpPr/>
                <p:nvPr/>
              </p:nvSpPr>
              <p:spPr>
                <a:xfrm>
                  <a:off x="1712100" y="4184075"/>
                  <a:ext cx="128350" cy="2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4" h="1085" extrusionOk="0">
                      <a:moveTo>
                        <a:pt x="5134" y="0"/>
                      </a:moveTo>
                      <a:lnTo>
                        <a:pt x="0" y="68"/>
                      </a:lnTo>
                      <a:cubicBezTo>
                        <a:pt x="424" y="661"/>
                        <a:pt x="1407" y="1084"/>
                        <a:pt x="2542" y="1084"/>
                      </a:cubicBezTo>
                      <a:cubicBezTo>
                        <a:pt x="3728" y="1084"/>
                        <a:pt x="4744" y="627"/>
                        <a:pt x="51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216;p62">
                  <a:extLst>
                    <a:ext uri="{FF2B5EF4-FFF2-40B4-BE49-F238E27FC236}">
                      <a16:creationId xmlns:a16="http://schemas.microsoft.com/office/drawing/2014/main" id="{5EB024A1-0D75-9F3F-67D5-1C5E63F35C1A}"/>
                    </a:ext>
                  </a:extLst>
                </p:cNvPr>
                <p:cNvSpPr/>
                <p:nvPr/>
              </p:nvSpPr>
              <p:spPr>
                <a:xfrm>
                  <a:off x="1696850" y="3997275"/>
                  <a:ext cx="128375" cy="27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5" h="1085" extrusionOk="0">
                      <a:moveTo>
                        <a:pt x="5134" y="1"/>
                      </a:moveTo>
                      <a:lnTo>
                        <a:pt x="1" y="85"/>
                      </a:lnTo>
                      <a:cubicBezTo>
                        <a:pt x="424" y="678"/>
                        <a:pt x="1390" y="1085"/>
                        <a:pt x="2542" y="1085"/>
                      </a:cubicBezTo>
                      <a:cubicBezTo>
                        <a:pt x="3728" y="1085"/>
                        <a:pt x="4727" y="628"/>
                        <a:pt x="5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2" name="Google Shape;1217;p62">
                <a:extLst>
                  <a:ext uri="{FF2B5EF4-FFF2-40B4-BE49-F238E27FC236}">
                    <a16:creationId xmlns:a16="http://schemas.microsoft.com/office/drawing/2014/main" id="{16A460C6-13A8-92A1-F822-51CA03B08EED}"/>
                  </a:ext>
                </a:extLst>
              </p:cNvPr>
              <p:cNvGrpSpPr/>
              <p:nvPr/>
            </p:nvGrpSpPr>
            <p:grpSpPr>
              <a:xfrm>
                <a:off x="1393163" y="2989067"/>
                <a:ext cx="1043675" cy="944150"/>
                <a:chOff x="5024750" y="3020125"/>
                <a:chExt cx="1043675" cy="944150"/>
              </a:xfrm>
            </p:grpSpPr>
            <p:sp>
              <p:nvSpPr>
                <p:cNvPr id="113" name="Google Shape;1218;p62">
                  <a:extLst>
                    <a:ext uri="{FF2B5EF4-FFF2-40B4-BE49-F238E27FC236}">
                      <a16:creationId xmlns:a16="http://schemas.microsoft.com/office/drawing/2014/main" id="{22A1F75A-34DF-D3F5-E204-C07011986F24}"/>
                    </a:ext>
                  </a:extLst>
                </p:cNvPr>
                <p:cNvSpPr/>
                <p:nvPr/>
              </p:nvSpPr>
              <p:spPr>
                <a:xfrm>
                  <a:off x="5024750" y="3330175"/>
                  <a:ext cx="981425" cy="6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57" h="25364" extrusionOk="0">
                      <a:moveTo>
                        <a:pt x="39256" y="1"/>
                      </a:moveTo>
                      <a:lnTo>
                        <a:pt x="1" y="2034"/>
                      </a:lnTo>
                      <a:lnTo>
                        <a:pt x="3389" y="25363"/>
                      </a:lnTo>
                      <a:lnTo>
                        <a:pt x="34783" y="25363"/>
                      </a:lnTo>
                      <a:lnTo>
                        <a:pt x="39256" y="1"/>
                      </a:lnTo>
                      <a:close/>
                    </a:path>
                  </a:pathLst>
                </a:custGeom>
                <a:solidFill>
                  <a:srgbClr val="901D1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219;p62">
                  <a:extLst>
                    <a:ext uri="{FF2B5EF4-FFF2-40B4-BE49-F238E27FC236}">
                      <a16:creationId xmlns:a16="http://schemas.microsoft.com/office/drawing/2014/main" id="{30EBA429-1FF2-035F-6B01-397954DA8EF6}"/>
                    </a:ext>
                  </a:extLst>
                </p:cNvPr>
                <p:cNvSpPr/>
                <p:nvPr/>
              </p:nvSpPr>
              <p:spPr>
                <a:xfrm>
                  <a:off x="5024750" y="3303075"/>
                  <a:ext cx="1043675" cy="66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7" h="26448" extrusionOk="0">
                      <a:moveTo>
                        <a:pt x="41747" y="0"/>
                      </a:moveTo>
                      <a:lnTo>
                        <a:pt x="1780" y="1085"/>
                      </a:lnTo>
                      <a:lnTo>
                        <a:pt x="1" y="3118"/>
                      </a:lnTo>
                      <a:lnTo>
                        <a:pt x="39256" y="1085"/>
                      </a:lnTo>
                      <a:lnTo>
                        <a:pt x="34783" y="26447"/>
                      </a:lnTo>
                      <a:lnTo>
                        <a:pt x="38257" y="24617"/>
                      </a:lnTo>
                      <a:lnTo>
                        <a:pt x="41747" y="0"/>
                      </a:lnTo>
                      <a:close/>
                    </a:path>
                  </a:pathLst>
                </a:custGeom>
                <a:solidFill>
                  <a:srgbClr val="75111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220;p62">
                  <a:extLst>
                    <a:ext uri="{FF2B5EF4-FFF2-40B4-BE49-F238E27FC236}">
                      <a16:creationId xmlns:a16="http://schemas.microsoft.com/office/drawing/2014/main" id="{B5AE0451-917A-AE42-902F-3BA39751F553}"/>
                    </a:ext>
                  </a:extLst>
                </p:cNvPr>
                <p:cNvSpPr/>
                <p:nvPr/>
              </p:nvSpPr>
              <p:spPr>
                <a:xfrm>
                  <a:off x="5343700" y="3049775"/>
                  <a:ext cx="356650" cy="28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66" h="11234" extrusionOk="0">
                      <a:moveTo>
                        <a:pt x="0" y="1"/>
                      </a:moveTo>
                      <a:lnTo>
                        <a:pt x="5134" y="9607"/>
                      </a:lnTo>
                      <a:cubicBezTo>
                        <a:pt x="4575" y="9963"/>
                        <a:pt x="4253" y="10573"/>
                        <a:pt x="4236" y="11234"/>
                      </a:cubicBezTo>
                      <a:lnTo>
                        <a:pt x="9115" y="11234"/>
                      </a:lnTo>
                      <a:cubicBezTo>
                        <a:pt x="9098" y="10539"/>
                        <a:pt x="8743" y="9912"/>
                        <a:pt x="8167" y="9556"/>
                      </a:cubicBezTo>
                      <a:lnTo>
                        <a:pt x="14266" y="1898"/>
                      </a:lnTo>
                      <a:lnTo>
                        <a:pt x="7319" y="9200"/>
                      </a:lnTo>
                      <a:cubicBezTo>
                        <a:pt x="7138" y="9159"/>
                        <a:pt x="6968" y="9128"/>
                        <a:pt x="6791" y="9128"/>
                      </a:cubicBezTo>
                      <a:cubicBezTo>
                        <a:pt x="6753" y="9128"/>
                        <a:pt x="6715" y="9130"/>
                        <a:pt x="6676" y="9133"/>
                      </a:cubicBezTo>
                      <a:cubicBezTo>
                        <a:pt x="6405" y="9133"/>
                        <a:pt x="6133" y="9167"/>
                        <a:pt x="5879" y="9234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221;p62">
                  <a:extLst>
                    <a:ext uri="{FF2B5EF4-FFF2-40B4-BE49-F238E27FC236}">
                      <a16:creationId xmlns:a16="http://schemas.microsoft.com/office/drawing/2014/main" id="{2B74DA2A-B75C-256C-36D8-F05C55C5D9EF}"/>
                    </a:ext>
                  </a:extLst>
                </p:cNvPr>
                <p:cNvSpPr/>
                <p:nvPr/>
              </p:nvSpPr>
              <p:spPr>
                <a:xfrm>
                  <a:off x="5695675" y="3079300"/>
                  <a:ext cx="27975" cy="2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" h="943" extrusionOk="0">
                      <a:moveTo>
                        <a:pt x="300" y="0"/>
                      </a:moveTo>
                      <a:cubicBezTo>
                        <a:pt x="243" y="0"/>
                        <a:pt x="193" y="13"/>
                        <a:pt x="153" y="40"/>
                      </a:cubicBezTo>
                      <a:cubicBezTo>
                        <a:pt x="0" y="141"/>
                        <a:pt x="51" y="429"/>
                        <a:pt x="272" y="666"/>
                      </a:cubicBezTo>
                      <a:cubicBezTo>
                        <a:pt x="447" y="842"/>
                        <a:pt x="659" y="943"/>
                        <a:pt x="819" y="943"/>
                      </a:cubicBezTo>
                      <a:cubicBezTo>
                        <a:pt x="876" y="943"/>
                        <a:pt x="926" y="930"/>
                        <a:pt x="966" y="904"/>
                      </a:cubicBezTo>
                      <a:cubicBezTo>
                        <a:pt x="1119" y="785"/>
                        <a:pt x="1051" y="514"/>
                        <a:pt x="831" y="277"/>
                      </a:cubicBezTo>
                      <a:cubicBezTo>
                        <a:pt x="668" y="102"/>
                        <a:pt x="459" y="0"/>
                        <a:pt x="3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222;p62">
                  <a:extLst>
                    <a:ext uri="{FF2B5EF4-FFF2-40B4-BE49-F238E27FC236}">
                      <a16:creationId xmlns:a16="http://schemas.microsoft.com/office/drawing/2014/main" id="{F3307E79-397F-5F54-481F-1C3D918AB826}"/>
                    </a:ext>
                  </a:extLst>
                </p:cNvPr>
                <p:cNvSpPr/>
                <p:nvPr/>
              </p:nvSpPr>
              <p:spPr>
                <a:xfrm>
                  <a:off x="5317425" y="3020125"/>
                  <a:ext cx="33075" cy="36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1475" extrusionOk="0">
                      <a:moveTo>
                        <a:pt x="908" y="1"/>
                      </a:moveTo>
                      <a:cubicBezTo>
                        <a:pt x="669" y="1"/>
                        <a:pt x="380" y="223"/>
                        <a:pt x="204" y="560"/>
                      </a:cubicBezTo>
                      <a:cubicBezTo>
                        <a:pt x="1" y="967"/>
                        <a:pt x="52" y="1356"/>
                        <a:pt x="306" y="1458"/>
                      </a:cubicBezTo>
                      <a:cubicBezTo>
                        <a:pt x="341" y="1469"/>
                        <a:pt x="377" y="1475"/>
                        <a:pt x="415" y="1475"/>
                      </a:cubicBezTo>
                      <a:cubicBezTo>
                        <a:pt x="654" y="1475"/>
                        <a:pt x="944" y="1252"/>
                        <a:pt x="1119" y="916"/>
                      </a:cubicBezTo>
                      <a:cubicBezTo>
                        <a:pt x="1322" y="509"/>
                        <a:pt x="1272" y="119"/>
                        <a:pt x="1017" y="18"/>
                      </a:cubicBezTo>
                      <a:cubicBezTo>
                        <a:pt x="983" y="6"/>
                        <a:pt x="946" y="1"/>
                        <a:pt x="9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223;p62">
                  <a:extLst>
                    <a:ext uri="{FF2B5EF4-FFF2-40B4-BE49-F238E27FC236}">
                      <a16:creationId xmlns:a16="http://schemas.microsoft.com/office/drawing/2014/main" id="{97C129F9-9048-92B6-9A46-842CE1BF9992}"/>
                    </a:ext>
                  </a:extLst>
                </p:cNvPr>
                <p:cNvSpPr/>
                <p:nvPr/>
              </p:nvSpPr>
              <p:spPr>
                <a:xfrm>
                  <a:off x="5794775" y="3378450"/>
                  <a:ext cx="155475" cy="55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19" h="22026" extrusionOk="0">
                      <a:moveTo>
                        <a:pt x="6219" y="1"/>
                      </a:moveTo>
                      <a:lnTo>
                        <a:pt x="1187" y="306"/>
                      </a:lnTo>
                      <a:lnTo>
                        <a:pt x="1" y="22026"/>
                      </a:lnTo>
                      <a:lnTo>
                        <a:pt x="2983" y="22026"/>
                      </a:lnTo>
                      <a:lnTo>
                        <a:pt x="6219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224;p62">
                  <a:extLst>
                    <a:ext uri="{FF2B5EF4-FFF2-40B4-BE49-F238E27FC236}">
                      <a16:creationId xmlns:a16="http://schemas.microsoft.com/office/drawing/2014/main" id="{6C0E5238-23D3-1B7E-E706-6E03E42B732F}"/>
                    </a:ext>
                  </a:extLst>
                </p:cNvPr>
                <p:cNvSpPr/>
                <p:nvPr/>
              </p:nvSpPr>
              <p:spPr>
                <a:xfrm>
                  <a:off x="5843925" y="3425900"/>
                  <a:ext cx="32625" cy="3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" h="1289" extrusionOk="0">
                      <a:moveTo>
                        <a:pt x="0" y="1"/>
                      </a:moveTo>
                      <a:lnTo>
                        <a:pt x="0" y="1288"/>
                      </a:lnTo>
                      <a:lnTo>
                        <a:pt x="1051" y="1288"/>
                      </a:lnTo>
                      <a:lnTo>
                        <a:pt x="13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25;p62">
                  <a:extLst>
                    <a:ext uri="{FF2B5EF4-FFF2-40B4-BE49-F238E27FC236}">
                      <a16:creationId xmlns:a16="http://schemas.microsoft.com/office/drawing/2014/main" id="{C54EAF42-D406-15DF-522C-CB0831F59C3F}"/>
                    </a:ext>
                  </a:extLst>
                </p:cNvPr>
                <p:cNvSpPr/>
                <p:nvPr/>
              </p:nvSpPr>
              <p:spPr>
                <a:xfrm>
                  <a:off x="5887975" y="3425900"/>
                  <a:ext cx="32625" cy="3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" h="1289" extrusionOk="0">
                      <a:moveTo>
                        <a:pt x="0" y="1"/>
                      </a:moveTo>
                      <a:lnTo>
                        <a:pt x="0" y="1288"/>
                      </a:lnTo>
                      <a:lnTo>
                        <a:pt x="1051" y="1288"/>
                      </a:lnTo>
                      <a:lnTo>
                        <a:pt x="13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26;p62">
                  <a:extLst>
                    <a:ext uri="{FF2B5EF4-FFF2-40B4-BE49-F238E27FC236}">
                      <a16:creationId xmlns:a16="http://schemas.microsoft.com/office/drawing/2014/main" id="{33A3ADF4-7144-3406-B370-D5D86CC4607E}"/>
                    </a:ext>
                  </a:extLst>
                </p:cNvPr>
                <p:cNvSpPr/>
                <p:nvPr/>
              </p:nvSpPr>
              <p:spPr>
                <a:xfrm>
                  <a:off x="5838000" y="3475025"/>
                  <a:ext cx="33050" cy="3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2" h="1306" extrusionOk="0">
                      <a:moveTo>
                        <a:pt x="0" y="1"/>
                      </a:moveTo>
                      <a:lnTo>
                        <a:pt x="0" y="1305"/>
                      </a:lnTo>
                      <a:lnTo>
                        <a:pt x="1067" y="1305"/>
                      </a:lnTo>
                      <a:lnTo>
                        <a:pt x="132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7;p62">
                  <a:extLst>
                    <a:ext uri="{FF2B5EF4-FFF2-40B4-BE49-F238E27FC236}">
                      <a16:creationId xmlns:a16="http://schemas.microsoft.com/office/drawing/2014/main" id="{1D288FAF-6915-C9C6-2E69-FF320E06178E}"/>
                    </a:ext>
                  </a:extLst>
                </p:cNvPr>
                <p:cNvSpPr/>
                <p:nvPr/>
              </p:nvSpPr>
              <p:spPr>
                <a:xfrm>
                  <a:off x="5882475" y="3475025"/>
                  <a:ext cx="32625" cy="3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" h="1306" extrusionOk="0">
                      <a:moveTo>
                        <a:pt x="0" y="1"/>
                      </a:moveTo>
                      <a:lnTo>
                        <a:pt x="0" y="1305"/>
                      </a:lnTo>
                      <a:lnTo>
                        <a:pt x="1050" y="1305"/>
                      </a:lnTo>
                      <a:lnTo>
                        <a:pt x="13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28;p62">
                  <a:extLst>
                    <a:ext uri="{FF2B5EF4-FFF2-40B4-BE49-F238E27FC236}">
                      <a16:creationId xmlns:a16="http://schemas.microsoft.com/office/drawing/2014/main" id="{A7F81789-73F5-056D-55E1-7368369E92DA}"/>
                    </a:ext>
                  </a:extLst>
                </p:cNvPr>
                <p:cNvSpPr/>
                <p:nvPr/>
              </p:nvSpPr>
              <p:spPr>
                <a:xfrm>
                  <a:off x="5834175" y="3528400"/>
                  <a:ext cx="32650" cy="3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6" h="1306" extrusionOk="0">
                      <a:moveTo>
                        <a:pt x="1" y="1"/>
                      </a:moveTo>
                      <a:lnTo>
                        <a:pt x="1" y="1305"/>
                      </a:lnTo>
                      <a:lnTo>
                        <a:pt x="1051" y="1305"/>
                      </a:lnTo>
                      <a:lnTo>
                        <a:pt x="13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29;p62">
                  <a:extLst>
                    <a:ext uri="{FF2B5EF4-FFF2-40B4-BE49-F238E27FC236}">
                      <a16:creationId xmlns:a16="http://schemas.microsoft.com/office/drawing/2014/main" id="{72C86ABA-D940-D105-5894-2F97747FCF51}"/>
                    </a:ext>
                  </a:extLst>
                </p:cNvPr>
                <p:cNvSpPr/>
                <p:nvPr/>
              </p:nvSpPr>
              <p:spPr>
                <a:xfrm>
                  <a:off x="5878225" y="3528400"/>
                  <a:ext cx="32650" cy="3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6" h="1306" extrusionOk="0">
                      <a:moveTo>
                        <a:pt x="1" y="1"/>
                      </a:moveTo>
                      <a:lnTo>
                        <a:pt x="1" y="1305"/>
                      </a:lnTo>
                      <a:lnTo>
                        <a:pt x="1051" y="1305"/>
                      </a:lnTo>
                      <a:lnTo>
                        <a:pt x="13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30;p62">
                  <a:extLst>
                    <a:ext uri="{FF2B5EF4-FFF2-40B4-BE49-F238E27FC236}">
                      <a16:creationId xmlns:a16="http://schemas.microsoft.com/office/drawing/2014/main" id="{E5AC9CBD-D52D-61FB-C805-7F6EC6A7B4F7}"/>
                    </a:ext>
                  </a:extLst>
                </p:cNvPr>
                <p:cNvSpPr/>
                <p:nvPr/>
              </p:nvSpPr>
              <p:spPr>
                <a:xfrm>
                  <a:off x="5828250" y="3583875"/>
                  <a:ext cx="32625" cy="3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" h="1289" extrusionOk="0">
                      <a:moveTo>
                        <a:pt x="0" y="1"/>
                      </a:moveTo>
                      <a:lnTo>
                        <a:pt x="0" y="1289"/>
                      </a:lnTo>
                      <a:lnTo>
                        <a:pt x="1051" y="1289"/>
                      </a:lnTo>
                      <a:lnTo>
                        <a:pt x="13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31;p62">
                  <a:extLst>
                    <a:ext uri="{FF2B5EF4-FFF2-40B4-BE49-F238E27FC236}">
                      <a16:creationId xmlns:a16="http://schemas.microsoft.com/office/drawing/2014/main" id="{1586D782-FD4B-25AE-348B-BA263485B1AD}"/>
                    </a:ext>
                  </a:extLst>
                </p:cNvPr>
                <p:cNvSpPr/>
                <p:nvPr/>
              </p:nvSpPr>
              <p:spPr>
                <a:xfrm>
                  <a:off x="5872300" y="3583875"/>
                  <a:ext cx="32625" cy="3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" h="1289" extrusionOk="0">
                      <a:moveTo>
                        <a:pt x="0" y="1"/>
                      </a:moveTo>
                      <a:lnTo>
                        <a:pt x="0" y="1289"/>
                      </a:lnTo>
                      <a:lnTo>
                        <a:pt x="1068" y="1289"/>
                      </a:lnTo>
                      <a:lnTo>
                        <a:pt x="13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32;p62">
                  <a:extLst>
                    <a:ext uri="{FF2B5EF4-FFF2-40B4-BE49-F238E27FC236}">
                      <a16:creationId xmlns:a16="http://schemas.microsoft.com/office/drawing/2014/main" id="{2CC3EFCB-EE0D-D02A-090C-B2F0FE563597}"/>
                    </a:ext>
                  </a:extLst>
                </p:cNvPr>
                <p:cNvSpPr/>
                <p:nvPr/>
              </p:nvSpPr>
              <p:spPr>
                <a:xfrm>
                  <a:off x="5810450" y="3704175"/>
                  <a:ext cx="70350" cy="6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4" h="2424" extrusionOk="0">
                      <a:moveTo>
                        <a:pt x="1610" y="1"/>
                      </a:moveTo>
                      <a:cubicBezTo>
                        <a:pt x="543" y="1"/>
                        <a:pt x="1" y="1305"/>
                        <a:pt x="746" y="2068"/>
                      </a:cubicBezTo>
                      <a:cubicBezTo>
                        <a:pt x="992" y="2314"/>
                        <a:pt x="1295" y="2424"/>
                        <a:pt x="1591" y="2424"/>
                      </a:cubicBezTo>
                      <a:cubicBezTo>
                        <a:pt x="2215" y="2424"/>
                        <a:pt x="2813" y="1938"/>
                        <a:pt x="2813" y="1203"/>
                      </a:cubicBezTo>
                      <a:cubicBezTo>
                        <a:pt x="2813" y="543"/>
                        <a:pt x="2271" y="1"/>
                        <a:pt x="16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33;p62">
                  <a:extLst>
                    <a:ext uri="{FF2B5EF4-FFF2-40B4-BE49-F238E27FC236}">
                      <a16:creationId xmlns:a16="http://schemas.microsoft.com/office/drawing/2014/main" id="{9234E5A4-0DC8-C1AB-6646-E695F905AA2E}"/>
                    </a:ext>
                  </a:extLst>
                </p:cNvPr>
                <p:cNvSpPr/>
                <p:nvPr/>
              </p:nvSpPr>
              <p:spPr>
                <a:xfrm>
                  <a:off x="5810875" y="3702050"/>
                  <a:ext cx="66100" cy="5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4" h="2252" extrusionOk="0">
                      <a:moveTo>
                        <a:pt x="1509" y="1"/>
                      </a:moveTo>
                      <a:cubicBezTo>
                        <a:pt x="509" y="1"/>
                        <a:pt x="1" y="1204"/>
                        <a:pt x="712" y="1915"/>
                      </a:cubicBezTo>
                      <a:cubicBezTo>
                        <a:pt x="945" y="2148"/>
                        <a:pt x="1229" y="2252"/>
                        <a:pt x="1508" y="2252"/>
                      </a:cubicBezTo>
                      <a:cubicBezTo>
                        <a:pt x="2083" y="2252"/>
                        <a:pt x="2632" y="1809"/>
                        <a:pt x="2644" y="1136"/>
                      </a:cubicBezTo>
                      <a:cubicBezTo>
                        <a:pt x="2644" y="509"/>
                        <a:pt x="2135" y="1"/>
                        <a:pt x="150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34;p62">
                  <a:extLst>
                    <a:ext uri="{FF2B5EF4-FFF2-40B4-BE49-F238E27FC236}">
                      <a16:creationId xmlns:a16="http://schemas.microsoft.com/office/drawing/2014/main" id="{C28667A7-C699-F11B-6069-58421EB8FFD9}"/>
                    </a:ext>
                  </a:extLst>
                </p:cNvPr>
                <p:cNvSpPr/>
                <p:nvPr/>
              </p:nvSpPr>
              <p:spPr>
                <a:xfrm>
                  <a:off x="5843925" y="3695700"/>
                  <a:ext cx="10600" cy="3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" h="1424" extrusionOk="0">
                      <a:moveTo>
                        <a:pt x="0" y="1"/>
                      </a:moveTo>
                      <a:lnTo>
                        <a:pt x="102" y="1424"/>
                      </a:lnTo>
                      <a:lnTo>
                        <a:pt x="271" y="1424"/>
                      </a:lnTo>
                      <a:lnTo>
                        <a:pt x="42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235;p62">
                  <a:extLst>
                    <a:ext uri="{FF2B5EF4-FFF2-40B4-BE49-F238E27FC236}">
                      <a16:creationId xmlns:a16="http://schemas.microsoft.com/office/drawing/2014/main" id="{47E8B9BB-369B-07EE-2339-F11E8E5E2C94}"/>
                    </a:ext>
                  </a:extLst>
                </p:cNvPr>
                <p:cNvSpPr/>
                <p:nvPr/>
              </p:nvSpPr>
              <p:spPr>
                <a:xfrm>
                  <a:off x="5826975" y="3709675"/>
                  <a:ext cx="8075" cy="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306" extrusionOk="0">
                      <a:moveTo>
                        <a:pt x="85" y="1"/>
                      </a:moveTo>
                      <a:lnTo>
                        <a:pt x="1" y="119"/>
                      </a:lnTo>
                      <a:lnTo>
                        <a:pt x="272" y="306"/>
                      </a:lnTo>
                      <a:lnTo>
                        <a:pt x="322" y="221"/>
                      </a:ln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236;p62">
                  <a:extLst>
                    <a:ext uri="{FF2B5EF4-FFF2-40B4-BE49-F238E27FC236}">
                      <a16:creationId xmlns:a16="http://schemas.microsoft.com/office/drawing/2014/main" id="{368B2EEE-EE90-024C-E6B8-718D5D5BAC1B}"/>
                    </a:ext>
                  </a:extLst>
                </p:cNvPr>
                <p:cNvSpPr/>
                <p:nvPr/>
              </p:nvSpPr>
              <p:spPr>
                <a:xfrm>
                  <a:off x="5820625" y="3725350"/>
                  <a:ext cx="10200" cy="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" h="154" extrusionOk="0">
                      <a:moveTo>
                        <a:pt x="0" y="1"/>
                      </a:moveTo>
                      <a:lnTo>
                        <a:pt x="0" y="153"/>
                      </a:lnTo>
                      <a:lnTo>
                        <a:pt x="407" y="153"/>
                      </a:lnTo>
                      <a:lnTo>
                        <a:pt x="407" y="68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" name="Google Shape;1237;p62">
                  <a:extLst>
                    <a:ext uri="{FF2B5EF4-FFF2-40B4-BE49-F238E27FC236}">
                      <a16:creationId xmlns:a16="http://schemas.microsoft.com/office/drawing/2014/main" id="{C99D15A1-DFCF-735B-0889-8ACD3DF8ABDD}"/>
                    </a:ext>
                  </a:extLst>
                </p:cNvPr>
                <p:cNvSpPr/>
                <p:nvPr/>
              </p:nvSpPr>
              <p:spPr>
                <a:xfrm>
                  <a:off x="5826975" y="3741875"/>
                  <a:ext cx="8075" cy="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374" extrusionOk="0">
                      <a:moveTo>
                        <a:pt x="204" y="0"/>
                      </a:moveTo>
                      <a:lnTo>
                        <a:pt x="1" y="238"/>
                      </a:lnTo>
                      <a:lnTo>
                        <a:pt x="119" y="373"/>
                      </a:lnTo>
                      <a:lnTo>
                        <a:pt x="322" y="68"/>
                      </a:lnTo>
                      <a:lnTo>
                        <a:pt x="2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" name="Google Shape;1238;p62">
                  <a:extLst>
                    <a:ext uri="{FF2B5EF4-FFF2-40B4-BE49-F238E27FC236}">
                      <a16:creationId xmlns:a16="http://schemas.microsoft.com/office/drawing/2014/main" id="{20D97509-AA63-3B4F-A0BC-932812E5969C}"/>
                    </a:ext>
                  </a:extLst>
                </p:cNvPr>
                <p:cNvSpPr/>
                <p:nvPr/>
              </p:nvSpPr>
              <p:spPr>
                <a:xfrm>
                  <a:off x="5860450" y="3706725"/>
                  <a:ext cx="6800" cy="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" h="340" extrusionOk="0">
                      <a:moveTo>
                        <a:pt x="152" y="0"/>
                      </a:moveTo>
                      <a:lnTo>
                        <a:pt x="0" y="271"/>
                      </a:lnTo>
                      <a:lnTo>
                        <a:pt x="68" y="339"/>
                      </a:lnTo>
                      <a:lnTo>
                        <a:pt x="271" y="102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" name="Google Shape;1239;p62">
                  <a:extLst>
                    <a:ext uri="{FF2B5EF4-FFF2-40B4-BE49-F238E27FC236}">
                      <a16:creationId xmlns:a16="http://schemas.microsoft.com/office/drawing/2014/main" id="{3F6AE58B-EB53-E921-428E-9B5EB032C470}"/>
                    </a:ext>
                  </a:extLst>
                </p:cNvPr>
                <p:cNvSpPr/>
                <p:nvPr/>
              </p:nvSpPr>
              <p:spPr>
                <a:xfrm>
                  <a:off x="5845200" y="3747800"/>
                  <a:ext cx="4675" cy="1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425" extrusionOk="0">
                      <a:moveTo>
                        <a:pt x="85" y="1"/>
                      </a:moveTo>
                      <a:lnTo>
                        <a:pt x="0" y="424"/>
                      </a:lnTo>
                      <a:lnTo>
                        <a:pt x="186" y="424"/>
                      </a:lnTo>
                      <a:lnTo>
                        <a:pt x="15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240;p62">
                  <a:extLst>
                    <a:ext uri="{FF2B5EF4-FFF2-40B4-BE49-F238E27FC236}">
                      <a16:creationId xmlns:a16="http://schemas.microsoft.com/office/drawing/2014/main" id="{E401A017-C931-E31E-2E47-393AEF459CEF}"/>
                    </a:ext>
                  </a:extLst>
                </p:cNvPr>
                <p:cNvSpPr/>
                <p:nvPr/>
              </p:nvSpPr>
              <p:spPr>
                <a:xfrm>
                  <a:off x="5866800" y="3727475"/>
                  <a:ext cx="10175" cy="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153" extrusionOk="0">
                      <a:moveTo>
                        <a:pt x="407" y="0"/>
                      </a:moveTo>
                      <a:lnTo>
                        <a:pt x="0" y="68"/>
                      </a:lnTo>
                      <a:lnTo>
                        <a:pt x="0" y="153"/>
                      </a:lnTo>
                      <a:lnTo>
                        <a:pt x="407" y="153"/>
                      </a:lnTo>
                      <a:lnTo>
                        <a:pt x="40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" name="Google Shape;1241;p62">
                  <a:extLst>
                    <a:ext uri="{FF2B5EF4-FFF2-40B4-BE49-F238E27FC236}">
                      <a16:creationId xmlns:a16="http://schemas.microsoft.com/office/drawing/2014/main" id="{BFCE4C9E-6B29-2587-730B-0CC93906C925}"/>
                    </a:ext>
                  </a:extLst>
                </p:cNvPr>
                <p:cNvSpPr/>
                <p:nvPr/>
              </p:nvSpPr>
              <p:spPr>
                <a:xfrm>
                  <a:off x="5862550" y="3744000"/>
                  <a:ext cx="8075" cy="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356" extrusionOk="0">
                      <a:moveTo>
                        <a:pt x="102" y="0"/>
                      </a:moveTo>
                      <a:lnTo>
                        <a:pt x="1" y="68"/>
                      </a:lnTo>
                      <a:lnTo>
                        <a:pt x="204" y="356"/>
                      </a:lnTo>
                      <a:lnTo>
                        <a:pt x="323" y="237"/>
                      </a:lnTo>
                      <a:lnTo>
                        <a:pt x="10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242;p62">
                  <a:extLst>
                    <a:ext uri="{FF2B5EF4-FFF2-40B4-BE49-F238E27FC236}">
                      <a16:creationId xmlns:a16="http://schemas.microsoft.com/office/drawing/2014/main" id="{846685D1-2514-3F9A-93C7-491ABF406E5A}"/>
                    </a:ext>
                  </a:extLst>
                </p:cNvPr>
                <p:cNvSpPr/>
                <p:nvPr/>
              </p:nvSpPr>
              <p:spPr>
                <a:xfrm>
                  <a:off x="5826975" y="3780850"/>
                  <a:ext cx="36450" cy="36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458" extrusionOk="0">
                      <a:moveTo>
                        <a:pt x="729" y="0"/>
                      </a:moveTo>
                      <a:cubicBezTo>
                        <a:pt x="322" y="0"/>
                        <a:pt x="1" y="322"/>
                        <a:pt x="1" y="729"/>
                      </a:cubicBezTo>
                      <a:cubicBezTo>
                        <a:pt x="1" y="1135"/>
                        <a:pt x="322" y="1457"/>
                        <a:pt x="729" y="1457"/>
                      </a:cubicBezTo>
                      <a:cubicBezTo>
                        <a:pt x="1119" y="1457"/>
                        <a:pt x="1458" y="1135"/>
                        <a:pt x="1458" y="729"/>
                      </a:cubicBezTo>
                      <a:cubicBezTo>
                        <a:pt x="1458" y="322"/>
                        <a:pt x="1119" y="0"/>
                        <a:pt x="7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243;p62">
                  <a:extLst>
                    <a:ext uri="{FF2B5EF4-FFF2-40B4-BE49-F238E27FC236}">
                      <a16:creationId xmlns:a16="http://schemas.microsoft.com/office/drawing/2014/main" id="{41C81076-DA35-3154-DDD5-1148CB344243}"/>
                    </a:ext>
                  </a:extLst>
                </p:cNvPr>
                <p:cNvSpPr/>
                <p:nvPr/>
              </p:nvSpPr>
              <p:spPr>
                <a:xfrm>
                  <a:off x="5821050" y="3779575"/>
                  <a:ext cx="39825" cy="3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1367" extrusionOk="0">
                      <a:moveTo>
                        <a:pt x="915" y="0"/>
                      </a:moveTo>
                      <a:cubicBezTo>
                        <a:pt x="305" y="0"/>
                        <a:pt x="0" y="729"/>
                        <a:pt x="424" y="1169"/>
                      </a:cubicBezTo>
                      <a:cubicBezTo>
                        <a:pt x="565" y="1305"/>
                        <a:pt x="736" y="1366"/>
                        <a:pt x="903" y="1366"/>
                      </a:cubicBezTo>
                      <a:cubicBezTo>
                        <a:pt x="1257" y="1366"/>
                        <a:pt x="1593" y="1092"/>
                        <a:pt x="1593" y="678"/>
                      </a:cubicBezTo>
                      <a:cubicBezTo>
                        <a:pt x="1593" y="305"/>
                        <a:pt x="1288" y="0"/>
                        <a:pt x="91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244;p62">
                  <a:extLst>
                    <a:ext uri="{FF2B5EF4-FFF2-40B4-BE49-F238E27FC236}">
                      <a16:creationId xmlns:a16="http://schemas.microsoft.com/office/drawing/2014/main" id="{4569E5AD-72CB-87F5-F44B-3B885602CC4A}"/>
                    </a:ext>
                  </a:extLst>
                </p:cNvPr>
                <p:cNvSpPr/>
                <p:nvPr/>
              </p:nvSpPr>
              <p:spPr>
                <a:xfrm>
                  <a:off x="5830800" y="3784225"/>
                  <a:ext cx="4675" cy="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188" extrusionOk="0">
                      <a:moveTo>
                        <a:pt x="51" y="1"/>
                      </a:moveTo>
                      <a:lnTo>
                        <a:pt x="0" y="68"/>
                      </a:lnTo>
                      <a:lnTo>
                        <a:pt x="153" y="187"/>
                      </a:lnTo>
                      <a:lnTo>
                        <a:pt x="186" y="136"/>
                      </a:lnTo>
                      <a:lnTo>
                        <a:pt x="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245;p62">
                  <a:extLst>
                    <a:ext uri="{FF2B5EF4-FFF2-40B4-BE49-F238E27FC236}">
                      <a16:creationId xmlns:a16="http://schemas.microsoft.com/office/drawing/2014/main" id="{027F2BAA-9095-2A98-7BDE-372E12ECB13C}"/>
                    </a:ext>
                  </a:extLst>
                </p:cNvPr>
                <p:cNvSpPr/>
                <p:nvPr/>
              </p:nvSpPr>
              <p:spPr>
                <a:xfrm>
                  <a:off x="5826975" y="3793550"/>
                  <a:ext cx="5950" cy="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" h="103" extrusionOk="0">
                      <a:moveTo>
                        <a:pt x="1" y="0"/>
                      </a:moveTo>
                      <a:lnTo>
                        <a:pt x="1" y="102"/>
                      </a:lnTo>
                      <a:lnTo>
                        <a:pt x="238" y="102"/>
                      </a:lnTo>
                      <a:lnTo>
                        <a:pt x="238" y="5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246;p62">
                  <a:extLst>
                    <a:ext uri="{FF2B5EF4-FFF2-40B4-BE49-F238E27FC236}">
                      <a16:creationId xmlns:a16="http://schemas.microsoft.com/office/drawing/2014/main" id="{58E10C4E-AFD2-60ED-5945-055E1DDABA76}"/>
                    </a:ext>
                  </a:extLst>
                </p:cNvPr>
                <p:cNvSpPr/>
                <p:nvPr/>
              </p:nvSpPr>
              <p:spPr>
                <a:xfrm>
                  <a:off x="5830800" y="3803725"/>
                  <a:ext cx="4675" cy="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221" extrusionOk="0">
                      <a:moveTo>
                        <a:pt x="119" y="0"/>
                      </a:moveTo>
                      <a:lnTo>
                        <a:pt x="0" y="153"/>
                      </a:lnTo>
                      <a:lnTo>
                        <a:pt x="68" y="220"/>
                      </a:lnTo>
                      <a:lnTo>
                        <a:pt x="186" y="34"/>
                      </a:lnTo>
                      <a:lnTo>
                        <a:pt x="1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247;p62">
                  <a:extLst>
                    <a:ext uri="{FF2B5EF4-FFF2-40B4-BE49-F238E27FC236}">
                      <a16:creationId xmlns:a16="http://schemas.microsoft.com/office/drawing/2014/main" id="{CD8BE0AE-6101-24E4-9EC5-4A50A2B07B76}"/>
                    </a:ext>
                  </a:extLst>
                </p:cNvPr>
                <p:cNvSpPr/>
                <p:nvPr/>
              </p:nvSpPr>
              <p:spPr>
                <a:xfrm>
                  <a:off x="5850700" y="3782525"/>
                  <a:ext cx="4250" cy="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205" extrusionOk="0">
                      <a:moveTo>
                        <a:pt x="102" y="1"/>
                      </a:moveTo>
                      <a:lnTo>
                        <a:pt x="0" y="153"/>
                      </a:lnTo>
                      <a:lnTo>
                        <a:pt x="51" y="204"/>
                      </a:lnTo>
                      <a:lnTo>
                        <a:pt x="170" y="52"/>
                      </a:lnTo>
                      <a:lnTo>
                        <a:pt x="1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248;p62">
                  <a:extLst>
                    <a:ext uri="{FF2B5EF4-FFF2-40B4-BE49-F238E27FC236}">
                      <a16:creationId xmlns:a16="http://schemas.microsoft.com/office/drawing/2014/main" id="{EE287F35-8A79-FBEC-16C7-F3D6A6676BC4}"/>
                    </a:ext>
                  </a:extLst>
                </p:cNvPr>
                <p:cNvSpPr/>
                <p:nvPr/>
              </p:nvSpPr>
              <p:spPr>
                <a:xfrm>
                  <a:off x="5841375" y="3807100"/>
                  <a:ext cx="3425" cy="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255" extrusionOk="0">
                      <a:moveTo>
                        <a:pt x="51" y="1"/>
                      </a:moveTo>
                      <a:lnTo>
                        <a:pt x="1" y="255"/>
                      </a:lnTo>
                      <a:lnTo>
                        <a:pt x="136" y="255"/>
                      </a:lnTo>
                      <a:lnTo>
                        <a:pt x="1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249;p62">
                  <a:extLst>
                    <a:ext uri="{FF2B5EF4-FFF2-40B4-BE49-F238E27FC236}">
                      <a16:creationId xmlns:a16="http://schemas.microsoft.com/office/drawing/2014/main" id="{DE5B80C5-EEF7-8B71-F542-E3C0F3BA2278}"/>
                    </a:ext>
                  </a:extLst>
                </p:cNvPr>
                <p:cNvSpPr/>
                <p:nvPr/>
              </p:nvSpPr>
              <p:spPr>
                <a:xfrm>
                  <a:off x="5841375" y="3780425"/>
                  <a:ext cx="3425" cy="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" h="323" extrusionOk="0">
                      <a:moveTo>
                        <a:pt x="1" y="0"/>
                      </a:moveTo>
                      <a:lnTo>
                        <a:pt x="51" y="322"/>
                      </a:lnTo>
                      <a:lnTo>
                        <a:pt x="102" y="322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250;p62">
                  <a:extLst>
                    <a:ext uri="{FF2B5EF4-FFF2-40B4-BE49-F238E27FC236}">
                      <a16:creationId xmlns:a16="http://schemas.microsoft.com/office/drawing/2014/main" id="{AD46F937-F220-A8BB-CB38-A1A4E1B31C60}"/>
                    </a:ext>
                  </a:extLst>
                </p:cNvPr>
                <p:cNvSpPr/>
                <p:nvPr/>
              </p:nvSpPr>
              <p:spPr>
                <a:xfrm>
                  <a:off x="5854500" y="3794825"/>
                  <a:ext cx="6375" cy="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" h="85" extrusionOk="0">
                      <a:moveTo>
                        <a:pt x="255" y="0"/>
                      </a:moveTo>
                      <a:lnTo>
                        <a:pt x="1" y="51"/>
                      </a:lnTo>
                      <a:lnTo>
                        <a:pt x="1" y="85"/>
                      </a:lnTo>
                      <a:lnTo>
                        <a:pt x="255" y="85"/>
                      </a:lnTo>
                      <a:lnTo>
                        <a:pt x="2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251;p62">
                  <a:extLst>
                    <a:ext uri="{FF2B5EF4-FFF2-40B4-BE49-F238E27FC236}">
                      <a16:creationId xmlns:a16="http://schemas.microsoft.com/office/drawing/2014/main" id="{EDB506BB-CD5C-1A8F-3701-32788F9362A6}"/>
                    </a:ext>
                  </a:extLst>
                </p:cNvPr>
                <p:cNvSpPr/>
                <p:nvPr/>
              </p:nvSpPr>
              <p:spPr>
                <a:xfrm>
                  <a:off x="5851975" y="3804975"/>
                  <a:ext cx="5100" cy="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222" extrusionOk="0">
                      <a:moveTo>
                        <a:pt x="68" y="1"/>
                      </a:moveTo>
                      <a:lnTo>
                        <a:pt x="0" y="35"/>
                      </a:lnTo>
                      <a:lnTo>
                        <a:pt x="136" y="221"/>
                      </a:lnTo>
                      <a:lnTo>
                        <a:pt x="203" y="136"/>
                      </a:lnTo>
                      <a:lnTo>
                        <a:pt x="6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252;p62">
                  <a:extLst>
                    <a:ext uri="{FF2B5EF4-FFF2-40B4-BE49-F238E27FC236}">
                      <a16:creationId xmlns:a16="http://schemas.microsoft.com/office/drawing/2014/main" id="{89EDB529-17CE-AA0C-84DE-0B28C37A9058}"/>
                    </a:ext>
                  </a:extLst>
                </p:cNvPr>
                <p:cNvSpPr/>
                <p:nvPr/>
              </p:nvSpPr>
              <p:spPr>
                <a:xfrm>
                  <a:off x="5828250" y="3840575"/>
                  <a:ext cx="27125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" h="2017" extrusionOk="0">
                      <a:moveTo>
                        <a:pt x="34" y="0"/>
                      </a:moveTo>
                      <a:lnTo>
                        <a:pt x="0" y="1864"/>
                      </a:lnTo>
                      <a:lnTo>
                        <a:pt x="831" y="2016"/>
                      </a:lnTo>
                      <a:lnTo>
                        <a:pt x="1085" y="68"/>
                      </a:ln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60" name="Google Shape;1253;p62">
            <a:extLst>
              <a:ext uri="{FF2B5EF4-FFF2-40B4-BE49-F238E27FC236}">
                <a16:creationId xmlns:a16="http://schemas.microsoft.com/office/drawing/2014/main" id="{3CD70262-F892-3513-8A53-E489DE0AFB26}"/>
              </a:ext>
            </a:extLst>
          </p:cNvPr>
          <p:cNvSpPr/>
          <p:nvPr/>
        </p:nvSpPr>
        <p:spPr>
          <a:xfrm>
            <a:off x="5805600" y="1599125"/>
            <a:ext cx="1472800" cy="1111700"/>
          </a:xfrm>
          <a:custGeom>
            <a:avLst/>
            <a:gdLst/>
            <a:ahLst/>
            <a:cxnLst/>
            <a:rect l="l" t="t" r="r" b="b"/>
            <a:pathLst>
              <a:path w="58912" h="44468" extrusionOk="0">
                <a:moveTo>
                  <a:pt x="0" y="3500"/>
                </a:moveTo>
                <a:lnTo>
                  <a:pt x="5583" y="43671"/>
                </a:lnTo>
                <a:lnTo>
                  <a:pt x="56619" y="44468"/>
                </a:lnTo>
                <a:lnTo>
                  <a:pt x="5891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1" name="Google Shape;1269;p62">
            <a:extLst>
              <a:ext uri="{FF2B5EF4-FFF2-40B4-BE49-F238E27FC236}">
                <a16:creationId xmlns:a16="http://schemas.microsoft.com/office/drawing/2014/main" id="{BDBF3F50-C62D-17A8-5910-BC24FCE478CC}"/>
              </a:ext>
            </a:extLst>
          </p:cNvPr>
          <p:cNvSpPr/>
          <p:nvPr/>
        </p:nvSpPr>
        <p:spPr>
          <a:xfrm>
            <a:off x="1009124" y="1457416"/>
            <a:ext cx="3429061" cy="128343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ebas Neue"/>
              </a:rPr>
              <a:t>THANK</a:t>
            </a:r>
            <a:r>
              <a:rPr lang="en-IN" b="0" i="0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ebas Neue"/>
              </a:rPr>
              <a:t>  YOU</a:t>
            </a:r>
            <a:r>
              <a:rPr b="0" i="0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Bebas Neue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8855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ofa and Chill - Media Streaming Platform Campaign by Slidesgo">
  <a:themeElements>
    <a:clrScheme name="Simple Light">
      <a:dk1>
        <a:srgbClr val="0D0D0D"/>
      </a:dk1>
      <a:lt1>
        <a:srgbClr val="FFFFFF"/>
      </a:lt1>
      <a:dk2>
        <a:srgbClr val="B92F2F"/>
      </a:dk2>
      <a:lt2>
        <a:srgbClr val="9C1717"/>
      </a:lt2>
      <a:accent1>
        <a:srgbClr val="3D3D3D"/>
      </a:accent1>
      <a:accent2>
        <a:srgbClr val="616161"/>
      </a:accent2>
      <a:accent3>
        <a:srgbClr val="901D1D"/>
      </a:accent3>
      <a:accent4>
        <a:srgbClr val="7A2020"/>
      </a:accent4>
      <a:accent5>
        <a:srgbClr val="631111"/>
      </a:accent5>
      <a:accent6>
        <a:srgbClr val="D38585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1383</TotalTime>
  <Words>216</Words>
  <Application>Microsoft Office PowerPoint</Application>
  <PresentationFormat>On-screen Show (16:9)</PresentationFormat>
  <Paragraphs>85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Bebas Neue</vt:lpstr>
      <vt:lpstr>Palanquin Dark</vt:lpstr>
      <vt:lpstr>Fredoka One</vt:lpstr>
      <vt:lpstr>Arial</vt:lpstr>
      <vt:lpstr>Lato</vt:lpstr>
      <vt:lpstr>Sofa and Chill - Media Streaming Platform Campaign by Slidesgo</vt:lpstr>
      <vt:lpstr> MOVIE STREAMING PLATFORM DATABASE</vt:lpstr>
      <vt:lpstr>TABLE OF CONTENTS</vt:lpstr>
      <vt:lpstr>ABOUT PROJECT</vt:lpstr>
      <vt:lpstr>EVERWATCH</vt:lpstr>
      <vt:lpstr>PROJECT OVERVIEW</vt:lpstr>
      <vt:lpstr>OBJECTIVES</vt:lpstr>
      <vt:lpstr>DATABASE TABLES</vt:lpstr>
      <vt:lpstr>ER DIAGRAM</vt:lpstr>
      <vt:lpstr>FEATURES</vt:lpstr>
      <vt:lpstr>A PICTURE IS WORTH A THOUSANDS WORDS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Keerthi Latha</dc:creator>
  <cp:lastModifiedBy>Keerthi Latha S M</cp:lastModifiedBy>
  <cp:revision>1</cp:revision>
  <dcterms:modified xsi:type="dcterms:W3CDTF">2026-05-18T08:34:52Z</dcterms:modified>
</cp:coreProperties>
</file>